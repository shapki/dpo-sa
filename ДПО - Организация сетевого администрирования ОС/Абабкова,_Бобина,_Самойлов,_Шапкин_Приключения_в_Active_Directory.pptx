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5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6858000" cy="9144000"/>
  <p:embeddedFontLst>
    <p:embeddedFont>
      <p:font typeface="Nunito Sans Medium" panose="020B0604020202020204" charset="-52"/>
      <p:regular r:id="rId8"/>
      <p:bold r:id="rId9"/>
      <p:italic r:id="rId10"/>
      <p:boldItalic r:id="rId11"/>
    </p:embeddedFont>
    <p:embeddedFont>
      <p:font typeface="Tomorrow Light" panose="020B0604020202020204" charset="0"/>
      <p:regular r:id="rId12"/>
      <p:bold r:id="rId13"/>
      <p:italic r:id="rId14"/>
      <p:boldItalic r:id="rId15"/>
    </p:embeddedFont>
    <p:embeddedFont>
      <p:font typeface="Nunito Sans" panose="020B0604020202020204" charset="-52"/>
      <p:regular r:id="rId16"/>
      <p:bold r:id="rId17"/>
      <p:italic r:id="rId18"/>
      <p:boldItalic r:id="rId19"/>
    </p:embeddedFont>
    <p:embeddedFont>
      <p:font typeface="Tomorrow" panose="020B0604020202020204" charset="0"/>
      <p:regular r:id="rId20"/>
      <p:bold r:id="rId21"/>
      <p:italic r:id="rId22"/>
      <p:boldItalic r:id="rId23"/>
    </p:embeddedFont>
    <p:embeddedFont>
      <p:font typeface="Tektur" panose="020B0604020202020204" charset="0"/>
      <p:regular r:id="rId24"/>
      <p:bold r:id="rId25"/>
    </p:embeddedFont>
    <p:embeddedFont>
      <p:font typeface="Nunito Sans SemiBold" panose="020B0604020202020204" charset="-52"/>
      <p:regular r:id="rId26"/>
      <p:bold r:id="rId27"/>
      <p:italic r:id="rId28"/>
      <p:boldItalic r:id="rId29"/>
    </p:embeddedFont>
    <p:embeddedFont>
      <p:font typeface="Nunito Sans ExtraLight" panose="020B0604020202020204" charset="-52"/>
      <p:regular r:id="rId30"/>
      <p:bold r:id="rId31"/>
      <p:italic r:id="rId32"/>
      <p:boldItalic r:id="rId33"/>
    </p:embeddedFont>
    <p:embeddedFont>
      <p:font typeface="Nunito Sans Light" panose="020B0604020202020204" charset="-52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5" d="100"/>
          <a:sy n="105" d="100"/>
        </p:scale>
        <p:origin x="-510" y="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34" Type="http://schemas.openxmlformats.org/officeDocument/2006/relationships/font" Target="fonts/font27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font" Target="fonts/font3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font" Target="fonts/font29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font" Target="fonts/font2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37008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b38c6cea08_0_1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b38c6cea08_0_1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b38c6cea08_0_1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b38c6cea08_0_1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b38c6cea08_0_1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b38c6cea08_0_1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38c6cea08_0_2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b38c6cea08_0_2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- Alt 3">
  <p:cSld name="TITLE_1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552600" y="2878000"/>
            <a:ext cx="6591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omorrow Light"/>
              <a:buNone/>
              <a:defRPr sz="75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311700" y="545550"/>
            <a:ext cx="33966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58" name="Google Shape;58;p14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60" name="Google Shape;60;p14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4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3" name="Google Shape;63;p14"/>
          <p:cNvSpPr/>
          <p:nvPr/>
        </p:nvSpPr>
        <p:spPr>
          <a:xfrm>
            <a:off x="8492701" y="4245025"/>
            <a:ext cx="308400" cy="427800"/>
          </a:xfrm>
          <a:prstGeom prst="chevron">
            <a:avLst>
              <a:gd name="adj" fmla="val 67909"/>
            </a:avLst>
          </a:prstGeom>
          <a:solidFill>
            <a:schemeClr val="accent1"/>
          </a:solidFill>
          <a:ln>
            <a:noFill/>
          </a:ln>
          <a:effectLst>
            <a:outerShdw blurRad="28575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288201" y="4245025"/>
            <a:ext cx="308400" cy="427800"/>
          </a:xfrm>
          <a:prstGeom prst="chevron">
            <a:avLst>
              <a:gd name="adj" fmla="val 67909"/>
            </a:avLst>
          </a:prstGeom>
          <a:solidFill>
            <a:schemeClr val="accent2"/>
          </a:solidFill>
          <a:ln>
            <a:noFill/>
          </a:ln>
          <a:effectLst>
            <a:outerShdw blurRad="28575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8074601" y="4245025"/>
            <a:ext cx="308400" cy="4278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  <a:effectLst>
            <a:outerShdw blurRad="28575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4">
  <p:cSld name="TITLE_1_1_4_1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A man stands with his back to the camera while working on a desktop computer. "/>
          <p:cNvPicPr preferRelativeResize="0"/>
          <p:nvPr/>
        </p:nvPicPr>
        <p:blipFill rotWithShape="1">
          <a:blip r:embed="rId2">
            <a:alphaModFix/>
          </a:blip>
          <a:srcRect l="9485" r="34980"/>
          <a:stretch/>
        </p:blipFill>
        <p:spPr>
          <a:xfrm flipH="1">
            <a:off x="4858524" y="0"/>
            <a:ext cx="42854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601" y="0"/>
            <a:ext cx="283545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651378" y="4856473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454900" y="206125"/>
            <a:ext cx="4761300" cy="5541300"/>
          </a:xfrm>
          <a:prstGeom prst="rect">
            <a:avLst/>
          </a:prstGeom>
          <a:noFill/>
          <a:ln>
            <a:noFill/>
          </a:ln>
          <a:effectLst>
            <a:outerShdw blurRad="1428750" dist="19050" dir="5400000" algn="bl" rotWithShape="0">
              <a:schemeClr val="accent2">
                <a:alpha val="33730"/>
              </a:scheme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40000"/>
              <a:buFont typeface="Arial"/>
              <a:buNone/>
            </a:pPr>
            <a:r>
              <a:rPr lang="en" sz="40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W</a:t>
            </a:r>
            <a:endParaRPr sz="40000"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"/>
          </p:nvPr>
        </p:nvSpPr>
        <p:spPr>
          <a:xfrm>
            <a:off x="502775" y="3351600"/>
            <a:ext cx="3596100" cy="146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 Medium"/>
              <a:buNone/>
              <a:defRPr sz="15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/>
          </p:nvPr>
        </p:nvSpPr>
        <p:spPr>
          <a:xfrm>
            <a:off x="343075" y="538250"/>
            <a:ext cx="49044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omorrow Light"/>
              <a:buNone/>
              <a:defRPr sz="36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74" name="Google Shape;74;p15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75" name="Google Shape;75;p15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77" name="Google Shape;77;p15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5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3 ">
  <p:cSld name="CUSTOM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-675" y="3542125"/>
            <a:ext cx="9146700" cy="1601400"/>
          </a:xfrm>
          <a:prstGeom prst="snip1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4922325" y="3969850"/>
            <a:ext cx="19731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2"/>
          </p:nvPr>
        </p:nvSpPr>
        <p:spPr>
          <a:xfrm>
            <a:off x="2762650" y="3969850"/>
            <a:ext cx="18249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3"/>
          </p:nvPr>
        </p:nvSpPr>
        <p:spPr>
          <a:xfrm>
            <a:off x="7136875" y="3969850"/>
            <a:ext cx="17760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922325" y="3733600"/>
            <a:ext cx="14343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 idx="4"/>
          </p:nvPr>
        </p:nvSpPr>
        <p:spPr>
          <a:xfrm>
            <a:off x="2762650" y="3733600"/>
            <a:ext cx="13740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 idx="5"/>
          </p:nvPr>
        </p:nvSpPr>
        <p:spPr>
          <a:xfrm>
            <a:off x="7136875" y="3733600"/>
            <a:ext cx="12453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omorrow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6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80443" y="3542125"/>
            <a:ext cx="1154100" cy="1601400"/>
          </a:xfrm>
          <a:prstGeom prst="chevron">
            <a:avLst>
              <a:gd name="adj" fmla="val 6790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70582" y="3542125"/>
            <a:ext cx="1154100" cy="1601400"/>
          </a:xfrm>
          <a:prstGeom prst="chevron">
            <a:avLst>
              <a:gd name="adj" fmla="val 6790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1" name="Google Shape;91;p16"/>
          <p:cNvSpPr/>
          <p:nvPr/>
        </p:nvSpPr>
        <p:spPr>
          <a:xfrm rot="-8100000">
            <a:off x="-182293" y="4161237"/>
            <a:ext cx="363170" cy="36317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2" name="Google Shape;92;p16"/>
          <p:cNvSpPr>
            <a:spLocks noGrp="1"/>
          </p:cNvSpPr>
          <p:nvPr>
            <p:ph type="pic" idx="7"/>
          </p:nvPr>
        </p:nvSpPr>
        <p:spPr>
          <a:xfrm>
            <a:off x="4828800" y="772633"/>
            <a:ext cx="2117400" cy="2769900"/>
          </a:xfrm>
          <a:prstGeom prst="snip1Rect">
            <a:avLst>
              <a:gd name="adj" fmla="val 16863"/>
            </a:avLst>
          </a:prstGeom>
          <a:noFill/>
          <a:ln>
            <a:noFill/>
          </a:ln>
        </p:spPr>
      </p:sp>
      <p:sp>
        <p:nvSpPr>
          <p:cNvPr id="93" name="Google Shape;93;p16"/>
          <p:cNvSpPr>
            <a:spLocks noGrp="1"/>
          </p:cNvSpPr>
          <p:nvPr>
            <p:ph type="pic" idx="8"/>
          </p:nvPr>
        </p:nvSpPr>
        <p:spPr>
          <a:xfrm>
            <a:off x="7026475" y="772633"/>
            <a:ext cx="2117400" cy="2769900"/>
          </a:xfrm>
          <a:prstGeom prst="snip1Rect">
            <a:avLst>
              <a:gd name="adj" fmla="val 17491"/>
            </a:avLst>
          </a:prstGeom>
          <a:noFill/>
          <a:ln>
            <a:noFill/>
          </a:ln>
        </p:spPr>
      </p:sp>
      <p:sp>
        <p:nvSpPr>
          <p:cNvPr id="94" name="Google Shape;94;p16"/>
          <p:cNvSpPr>
            <a:spLocks noGrp="1"/>
          </p:cNvSpPr>
          <p:nvPr>
            <p:ph type="pic" idx="9"/>
          </p:nvPr>
        </p:nvSpPr>
        <p:spPr>
          <a:xfrm>
            <a:off x="2648963" y="772633"/>
            <a:ext cx="2117400" cy="2769900"/>
          </a:xfrm>
          <a:prstGeom prst="snip1Rect">
            <a:avLst>
              <a:gd name="adj" fmla="val 16863"/>
            </a:avLst>
          </a:prstGeom>
          <a:noFill/>
          <a:ln>
            <a:noFill/>
          </a:ln>
        </p:spPr>
      </p:sp>
      <p:sp>
        <p:nvSpPr>
          <p:cNvPr id="95" name="Google Shape;95;p16"/>
          <p:cNvSpPr txBox="1">
            <a:spLocks noGrp="1"/>
          </p:cNvSpPr>
          <p:nvPr>
            <p:ph type="ctrTitle" idx="13"/>
          </p:nvPr>
        </p:nvSpPr>
        <p:spPr>
          <a:xfrm>
            <a:off x="335400" y="466575"/>
            <a:ext cx="2148300" cy="30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97" name="Google Shape;97;p16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99" name="Google Shape;99;p16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6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6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3 - Alt">
  <p:cSld name="CUSTOM_22">
    <p:bg>
      <p:bgPr>
        <a:solidFill>
          <a:schemeClr val="l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1875" y="3542125"/>
            <a:ext cx="9144000" cy="1601400"/>
          </a:xfrm>
          <a:prstGeom prst="snip1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4922325" y="3969850"/>
            <a:ext cx="19731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2"/>
          </p:nvPr>
        </p:nvSpPr>
        <p:spPr>
          <a:xfrm>
            <a:off x="2762650" y="3969850"/>
            <a:ext cx="18249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3"/>
          </p:nvPr>
        </p:nvSpPr>
        <p:spPr>
          <a:xfrm>
            <a:off x="7136875" y="3969850"/>
            <a:ext cx="1776000" cy="1154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922325" y="3733600"/>
            <a:ext cx="12393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 idx="4"/>
          </p:nvPr>
        </p:nvSpPr>
        <p:spPr>
          <a:xfrm>
            <a:off x="2762650" y="3733600"/>
            <a:ext cx="11274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5"/>
          </p:nvPr>
        </p:nvSpPr>
        <p:spPr>
          <a:xfrm>
            <a:off x="7136875" y="3733600"/>
            <a:ext cx="1271400" cy="1812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Tomorrow"/>
              <a:buNone/>
              <a:defRPr sz="1200"/>
            </a:lvl9pPr>
          </a:lstStyle>
          <a:p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862746" y="134752"/>
            <a:ext cx="154148" cy="134734"/>
            <a:chOff x="8834250" y="614850"/>
            <a:chExt cx="221700" cy="193750"/>
          </a:xfrm>
        </p:grpSpPr>
        <p:cxnSp>
          <p:nvCxnSpPr>
            <p:cNvPr id="111" name="Google Shape;111;p17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17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17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4" name="Google Shape;114;p17"/>
          <p:cNvGrpSpPr/>
          <p:nvPr/>
        </p:nvGrpSpPr>
        <p:grpSpPr>
          <a:xfrm flipH="1">
            <a:off x="8999" y="37915"/>
            <a:ext cx="9125126" cy="291995"/>
            <a:chOff x="4479" y="3800650"/>
            <a:chExt cx="9145246" cy="187200"/>
          </a:xfrm>
        </p:grpSpPr>
        <p:cxnSp>
          <p:nvCxnSpPr>
            <p:cNvPr id="115" name="Google Shape;115;p17"/>
            <p:cNvCxnSpPr/>
            <p:nvPr/>
          </p:nvCxnSpPr>
          <p:spPr>
            <a:xfrm rot="10800000">
              <a:off x="3567025" y="3987275"/>
              <a:ext cx="5582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7"/>
            <p:cNvCxnSpPr/>
            <p:nvPr/>
          </p:nvCxnSpPr>
          <p:spPr>
            <a:xfrm rot="10800000">
              <a:off x="3242975" y="3800650"/>
              <a:ext cx="324000" cy="1872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7"/>
            <p:cNvCxnSpPr/>
            <p:nvPr/>
          </p:nvCxnSpPr>
          <p:spPr>
            <a:xfrm rot="10800000">
              <a:off x="4479" y="3800650"/>
              <a:ext cx="323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" name="Google Shape;118;p17"/>
          <p:cNvSpPr txBox="1">
            <a:spLocks noGrp="1"/>
          </p:cNvSpPr>
          <p:nvPr>
            <p:ph type="ctrTitle" idx="6"/>
          </p:nvPr>
        </p:nvSpPr>
        <p:spPr>
          <a:xfrm>
            <a:off x="335400" y="466575"/>
            <a:ext cx="2040300" cy="30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Tomorrow Light"/>
              <a:buNone/>
              <a:defRPr sz="23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None/>
              <a:defRPr sz="2300" u="sng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>
            <a:spLocks noGrp="1"/>
          </p:cNvSpPr>
          <p:nvPr>
            <p:ph type="pic" idx="7"/>
          </p:nvPr>
        </p:nvSpPr>
        <p:spPr>
          <a:xfrm>
            <a:off x="4828800" y="772633"/>
            <a:ext cx="2117400" cy="2769900"/>
          </a:xfrm>
          <a:prstGeom prst="snip1Rect">
            <a:avLst>
              <a:gd name="adj" fmla="val 16863"/>
            </a:avLst>
          </a:prstGeom>
          <a:noFill/>
          <a:ln>
            <a:noFill/>
          </a:ln>
        </p:spPr>
      </p:sp>
      <p:sp>
        <p:nvSpPr>
          <p:cNvPr id="120" name="Google Shape;120;p17"/>
          <p:cNvSpPr>
            <a:spLocks noGrp="1"/>
          </p:cNvSpPr>
          <p:nvPr>
            <p:ph type="pic" idx="8"/>
          </p:nvPr>
        </p:nvSpPr>
        <p:spPr>
          <a:xfrm>
            <a:off x="7026475" y="772633"/>
            <a:ext cx="2117400" cy="2769900"/>
          </a:xfrm>
          <a:prstGeom prst="snip1Rect">
            <a:avLst>
              <a:gd name="adj" fmla="val 17491"/>
            </a:avLst>
          </a:prstGeom>
          <a:noFill/>
          <a:ln>
            <a:noFill/>
          </a:ln>
        </p:spPr>
      </p:sp>
      <p:sp>
        <p:nvSpPr>
          <p:cNvPr id="121" name="Google Shape;121;p17"/>
          <p:cNvSpPr>
            <a:spLocks noGrp="1"/>
          </p:cNvSpPr>
          <p:nvPr>
            <p:ph type="pic" idx="9"/>
          </p:nvPr>
        </p:nvSpPr>
        <p:spPr>
          <a:xfrm>
            <a:off x="2648963" y="772633"/>
            <a:ext cx="2117400" cy="2769900"/>
          </a:xfrm>
          <a:prstGeom prst="snip1Rect">
            <a:avLst>
              <a:gd name="adj" fmla="val 16863"/>
            </a:avLst>
          </a:prstGeom>
          <a:noFill/>
          <a:ln>
            <a:noFill/>
          </a:ln>
        </p:spPr>
      </p:sp>
      <p:sp>
        <p:nvSpPr>
          <p:cNvPr id="122" name="Google Shape;122;p17"/>
          <p:cNvSpPr txBox="1">
            <a:spLocks noGrp="1"/>
          </p:cNvSpPr>
          <p:nvPr>
            <p:ph type="subTitle" idx="13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80443" y="3542125"/>
            <a:ext cx="1154100" cy="1601400"/>
          </a:xfrm>
          <a:prstGeom prst="chevron">
            <a:avLst>
              <a:gd name="adj" fmla="val 6790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070582" y="3542125"/>
            <a:ext cx="1154100" cy="1601400"/>
          </a:xfrm>
          <a:prstGeom prst="chevron">
            <a:avLst>
              <a:gd name="adj" fmla="val 6790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5" name="Google Shape;125;p17"/>
          <p:cNvSpPr/>
          <p:nvPr/>
        </p:nvSpPr>
        <p:spPr>
          <a:xfrm rot="-8100000">
            <a:off x="-182293" y="4161237"/>
            <a:ext cx="363170" cy="3631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1">
  <p:cSld name="CUSTOM_1">
    <p:bg>
      <p:bgPr>
        <a:solidFill>
          <a:schemeClr val="dk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18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18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8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8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1"/>
          </p:nvPr>
        </p:nvSpPr>
        <p:spPr>
          <a:xfrm>
            <a:off x="5231050" y="1674350"/>
            <a:ext cx="2865300" cy="2375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2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5" y="742375"/>
            <a:ext cx="4653000" cy="440100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ctrTitle"/>
          </p:nvPr>
        </p:nvSpPr>
        <p:spPr>
          <a:xfrm>
            <a:off x="5135325" y="915000"/>
            <a:ext cx="29610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ctrTitle" idx="3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8"/>
          <p:cNvSpPr>
            <a:spLocks noGrp="1"/>
          </p:cNvSpPr>
          <p:nvPr>
            <p:ph type="pic" idx="4"/>
          </p:nvPr>
        </p:nvSpPr>
        <p:spPr>
          <a:xfrm>
            <a:off x="200700" y="917800"/>
            <a:ext cx="4275300" cy="42258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grpSp>
        <p:nvGrpSpPr>
          <p:cNvPr id="141" name="Google Shape;141;p18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142" name="Google Shape;142;p18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p18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7" name="Google Shape;147;p18"/>
          <p:cNvSpPr txBox="1">
            <a:spLocks noGrp="1"/>
          </p:cNvSpPr>
          <p:nvPr>
            <p:ph type="subTitle" idx="5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1 - Alt 2">
  <p:cSld name="CUSTOM_1_1_1">
    <p:bg>
      <p:bgPr>
        <a:solidFill>
          <a:schemeClr val="lt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9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19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19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19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0" y="742375"/>
            <a:ext cx="4653000" cy="4401000"/>
          </a:xfrm>
          <a:prstGeom prst="snip1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 flipH="1">
            <a:off x="8999" y="37915"/>
            <a:ext cx="9125126" cy="291995"/>
            <a:chOff x="4479" y="3800650"/>
            <a:chExt cx="9145246" cy="187200"/>
          </a:xfrm>
        </p:grpSpPr>
        <p:cxnSp>
          <p:nvCxnSpPr>
            <p:cNvPr id="159" name="Google Shape;159;p19"/>
            <p:cNvCxnSpPr/>
            <p:nvPr/>
          </p:nvCxnSpPr>
          <p:spPr>
            <a:xfrm rot="10800000">
              <a:off x="3567025" y="3987275"/>
              <a:ext cx="5582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19"/>
            <p:cNvCxnSpPr/>
            <p:nvPr/>
          </p:nvCxnSpPr>
          <p:spPr>
            <a:xfrm rot="10800000">
              <a:off x="3242975" y="3800650"/>
              <a:ext cx="324000" cy="1872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p19"/>
            <p:cNvCxnSpPr/>
            <p:nvPr/>
          </p:nvCxnSpPr>
          <p:spPr>
            <a:xfrm rot="10800000">
              <a:off x="4479" y="3800650"/>
              <a:ext cx="3238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2" name="Google Shape;162;p19"/>
          <p:cNvGrpSpPr/>
          <p:nvPr/>
        </p:nvGrpSpPr>
        <p:grpSpPr>
          <a:xfrm>
            <a:off x="8862746" y="134752"/>
            <a:ext cx="154148" cy="134734"/>
            <a:chOff x="8834250" y="614850"/>
            <a:chExt cx="221700" cy="193750"/>
          </a:xfrm>
        </p:grpSpPr>
        <p:cxnSp>
          <p:nvCxnSpPr>
            <p:cNvPr id="163" name="Google Shape;163;p19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19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19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6" name="Google Shape;166;p19"/>
          <p:cNvSpPr txBox="1">
            <a:spLocks noGrp="1"/>
          </p:cNvSpPr>
          <p:nvPr>
            <p:ph type="subTitle" idx="1"/>
          </p:nvPr>
        </p:nvSpPr>
        <p:spPr>
          <a:xfrm>
            <a:off x="5231050" y="1674350"/>
            <a:ext cx="2865300" cy="2241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2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ctrTitle"/>
          </p:nvPr>
        </p:nvSpPr>
        <p:spPr>
          <a:xfrm>
            <a:off x="5135325" y="915000"/>
            <a:ext cx="28653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69" name="Google Shape;169;p19"/>
          <p:cNvSpPr>
            <a:spLocks noGrp="1"/>
          </p:cNvSpPr>
          <p:nvPr>
            <p:ph type="pic" idx="3"/>
          </p:nvPr>
        </p:nvSpPr>
        <p:spPr>
          <a:xfrm>
            <a:off x="200750" y="917800"/>
            <a:ext cx="4275300" cy="42258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>
            <a:spLocks noGrp="1"/>
          </p:cNvSpPr>
          <p:nvPr>
            <p:ph type="ctrTitle" idx="4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5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1 - Alt 1">
  <p:cSld name="CUSTOM_1_1">
    <p:bg>
      <p:bgPr>
        <a:solidFill>
          <a:schemeClr val="accent5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0"/>
          <p:cNvCxnSpPr/>
          <p:nvPr/>
        </p:nvCxnSpPr>
        <p:spPr>
          <a:xfrm>
            <a:off x="447925" y="582000"/>
            <a:ext cx="0" cy="4264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20"/>
          <p:cNvCxnSpPr/>
          <p:nvPr/>
        </p:nvCxnSpPr>
        <p:spPr>
          <a:xfrm rot="10800000">
            <a:off x="445650" y="580625"/>
            <a:ext cx="8260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20"/>
          <p:cNvCxnSpPr/>
          <p:nvPr/>
        </p:nvCxnSpPr>
        <p:spPr>
          <a:xfrm rot="10800000">
            <a:off x="8705813" y="585638"/>
            <a:ext cx="0" cy="426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449800" y="48497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20"/>
          <p:cNvSpPr/>
          <p:nvPr/>
        </p:nvSpPr>
        <p:spPr>
          <a:xfrm>
            <a:off x="8653475" y="5282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653475" y="47973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95575" y="528275"/>
            <a:ext cx="104700" cy="10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95575" y="4797375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-125" y="742375"/>
            <a:ext cx="4653000" cy="4401000"/>
          </a:xfrm>
          <a:prstGeom prst="snip1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2" name="Google Shape;182;p20"/>
          <p:cNvSpPr>
            <a:spLocks noGrp="1"/>
          </p:cNvSpPr>
          <p:nvPr>
            <p:ph type="pic" idx="2"/>
          </p:nvPr>
        </p:nvSpPr>
        <p:spPr>
          <a:xfrm>
            <a:off x="200625" y="917800"/>
            <a:ext cx="4275300" cy="42258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5231050" y="1674350"/>
            <a:ext cx="2865300" cy="2151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3"/>
          </p:nvPr>
        </p:nvSpPr>
        <p:spPr>
          <a:xfrm>
            <a:off x="5231050" y="4135122"/>
            <a:ext cx="2641500" cy="687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ctrTitle"/>
          </p:nvPr>
        </p:nvSpPr>
        <p:spPr>
          <a:xfrm>
            <a:off x="5135325" y="915000"/>
            <a:ext cx="29610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ctrTitle" idx="4"/>
          </p:nvPr>
        </p:nvSpPr>
        <p:spPr>
          <a:xfrm>
            <a:off x="5135325" y="1190202"/>
            <a:ext cx="2961000" cy="4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-4825" y="-2175"/>
            <a:ext cx="91587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5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90" name="Google Shape;190;p20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5">
  <p:cSld name="TITLE_1_1_4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>
            <a:spLocks noGrp="1"/>
          </p:cNvSpPr>
          <p:nvPr>
            <p:ph type="sldNum" idx="12"/>
          </p:nvPr>
        </p:nvSpPr>
        <p:spPr>
          <a:xfrm>
            <a:off x="8651378" y="4856473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subTitle" idx="1"/>
          </p:nvPr>
        </p:nvSpPr>
        <p:spPr>
          <a:xfrm>
            <a:off x="7500585" y="2064694"/>
            <a:ext cx="1356300" cy="55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7500574" y="1590900"/>
            <a:ext cx="1356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subTitle" idx="2"/>
          </p:nvPr>
        </p:nvSpPr>
        <p:spPr>
          <a:xfrm>
            <a:off x="5669825" y="4099475"/>
            <a:ext cx="1488300" cy="729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title" idx="3"/>
          </p:nvPr>
        </p:nvSpPr>
        <p:spPr>
          <a:xfrm>
            <a:off x="5669814" y="3714678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ubTitle" idx="4"/>
          </p:nvPr>
        </p:nvSpPr>
        <p:spPr>
          <a:xfrm>
            <a:off x="3837625" y="2064697"/>
            <a:ext cx="1488300" cy="55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title" idx="5"/>
          </p:nvPr>
        </p:nvSpPr>
        <p:spPr>
          <a:xfrm>
            <a:off x="3837622" y="1590908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6"/>
          </p:nvPr>
        </p:nvSpPr>
        <p:spPr>
          <a:xfrm>
            <a:off x="2120177" y="4099475"/>
            <a:ext cx="1488300" cy="729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title" idx="7"/>
          </p:nvPr>
        </p:nvSpPr>
        <p:spPr>
          <a:xfrm>
            <a:off x="2120175" y="3714662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8"/>
          </p:nvPr>
        </p:nvSpPr>
        <p:spPr>
          <a:xfrm>
            <a:off x="442957" y="4099483"/>
            <a:ext cx="1255200" cy="729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title" idx="9"/>
          </p:nvPr>
        </p:nvSpPr>
        <p:spPr>
          <a:xfrm>
            <a:off x="442949" y="3714675"/>
            <a:ext cx="12552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1"/>
          <p:cNvSpPr>
            <a:spLocks noGrp="1"/>
          </p:cNvSpPr>
          <p:nvPr>
            <p:ph type="pic" idx="13"/>
          </p:nvPr>
        </p:nvSpPr>
        <p:spPr>
          <a:xfrm>
            <a:off x="1995350" y="1468700"/>
            <a:ext cx="1551300" cy="1971600"/>
          </a:xfrm>
          <a:prstGeom prst="snip1Rect">
            <a:avLst>
              <a:gd name="adj" fmla="val 28984"/>
            </a:avLst>
          </a:prstGeom>
          <a:noFill/>
          <a:ln>
            <a:noFill/>
          </a:ln>
        </p:spPr>
      </p:sp>
      <p:sp>
        <p:nvSpPr>
          <p:cNvPr id="206" name="Google Shape;206;p21"/>
          <p:cNvSpPr>
            <a:spLocks noGrp="1"/>
          </p:cNvSpPr>
          <p:nvPr>
            <p:ph type="pic" idx="14"/>
          </p:nvPr>
        </p:nvSpPr>
        <p:spPr>
          <a:xfrm>
            <a:off x="147475" y="1468700"/>
            <a:ext cx="1550700" cy="1971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07" name="Google Shape;207;p21"/>
          <p:cNvSpPr>
            <a:spLocks noGrp="1"/>
          </p:cNvSpPr>
          <p:nvPr>
            <p:ph type="pic" idx="15"/>
          </p:nvPr>
        </p:nvSpPr>
        <p:spPr>
          <a:xfrm>
            <a:off x="3859675" y="2638375"/>
            <a:ext cx="1488300" cy="1957800"/>
          </a:xfrm>
          <a:prstGeom prst="snip1Rect">
            <a:avLst>
              <a:gd name="adj" fmla="val 34843"/>
            </a:avLst>
          </a:prstGeom>
          <a:noFill/>
          <a:ln>
            <a:noFill/>
          </a:ln>
        </p:spPr>
      </p:sp>
      <p:sp>
        <p:nvSpPr>
          <p:cNvPr id="208" name="Google Shape;208;p21"/>
          <p:cNvSpPr>
            <a:spLocks noGrp="1"/>
          </p:cNvSpPr>
          <p:nvPr>
            <p:ph type="pic" idx="16"/>
          </p:nvPr>
        </p:nvSpPr>
        <p:spPr>
          <a:xfrm>
            <a:off x="5612925" y="1468725"/>
            <a:ext cx="1551300" cy="1971600"/>
          </a:xfrm>
          <a:prstGeom prst="snip1Rect">
            <a:avLst>
              <a:gd name="adj" fmla="val 24641"/>
            </a:avLst>
          </a:prstGeom>
          <a:noFill/>
          <a:ln>
            <a:noFill/>
          </a:ln>
        </p:spPr>
      </p:sp>
      <p:sp>
        <p:nvSpPr>
          <p:cNvPr id="209" name="Google Shape;209;p21"/>
          <p:cNvSpPr>
            <a:spLocks noGrp="1"/>
          </p:cNvSpPr>
          <p:nvPr>
            <p:ph type="pic" idx="17"/>
          </p:nvPr>
        </p:nvSpPr>
        <p:spPr>
          <a:xfrm>
            <a:off x="7465625" y="2624575"/>
            <a:ext cx="1551300" cy="1971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10" name="Google Shape;210;p21"/>
          <p:cNvSpPr txBox="1">
            <a:spLocks noGrp="1"/>
          </p:cNvSpPr>
          <p:nvPr>
            <p:ph type="subTitle" idx="18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ctrTitle" idx="19"/>
          </p:nvPr>
        </p:nvSpPr>
        <p:spPr>
          <a:xfrm>
            <a:off x="335400" y="466575"/>
            <a:ext cx="5277600" cy="10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12" name="Google Shape;212;p21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213" name="Google Shape;213;p21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215" name="Google Shape;215;p21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21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21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5 - Alt">
  <p:cSld name="TITLE_1_1_4_3">
    <p:bg>
      <p:bgPr>
        <a:solidFill>
          <a:schemeClr val="lt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>
            <a:spLocks noGrp="1"/>
          </p:cNvSpPr>
          <p:nvPr>
            <p:ph type="subTitle" idx="1"/>
          </p:nvPr>
        </p:nvSpPr>
        <p:spPr>
          <a:xfrm>
            <a:off x="7500575" y="2064697"/>
            <a:ext cx="1488300" cy="55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20" name="Google Shape;220;p22"/>
          <p:cNvSpPr txBox="1">
            <a:spLocks noGrp="1"/>
          </p:cNvSpPr>
          <p:nvPr>
            <p:ph type="title"/>
          </p:nvPr>
        </p:nvSpPr>
        <p:spPr>
          <a:xfrm>
            <a:off x="7500563" y="1590908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subTitle" idx="2"/>
          </p:nvPr>
        </p:nvSpPr>
        <p:spPr>
          <a:xfrm>
            <a:off x="5669825" y="4099483"/>
            <a:ext cx="1488300" cy="731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title" idx="3"/>
          </p:nvPr>
        </p:nvSpPr>
        <p:spPr>
          <a:xfrm>
            <a:off x="5669814" y="3714678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4"/>
          </p:nvPr>
        </p:nvSpPr>
        <p:spPr>
          <a:xfrm>
            <a:off x="3837625" y="2064697"/>
            <a:ext cx="1488300" cy="559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5"/>
          </p:nvPr>
        </p:nvSpPr>
        <p:spPr>
          <a:xfrm>
            <a:off x="3837622" y="1590908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6"/>
          </p:nvPr>
        </p:nvSpPr>
        <p:spPr>
          <a:xfrm>
            <a:off x="2120185" y="4099475"/>
            <a:ext cx="1488300" cy="731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7"/>
          </p:nvPr>
        </p:nvSpPr>
        <p:spPr>
          <a:xfrm>
            <a:off x="2120175" y="3714662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8"/>
          </p:nvPr>
        </p:nvSpPr>
        <p:spPr>
          <a:xfrm>
            <a:off x="442950" y="4099476"/>
            <a:ext cx="1488300" cy="731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title" idx="9"/>
          </p:nvPr>
        </p:nvSpPr>
        <p:spPr>
          <a:xfrm>
            <a:off x="442940" y="3714665"/>
            <a:ext cx="1488300" cy="312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30" name="Google Shape;230;p22"/>
          <p:cNvSpPr>
            <a:spLocks noGrp="1"/>
          </p:cNvSpPr>
          <p:nvPr>
            <p:ph type="pic" idx="13"/>
          </p:nvPr>
        </p:nvSpPr>
        <p:spPr>
          <a:xfrm>
            <a:off x="1995350" y="1468700"/>
            <a:ext cx="1551300" cy="1971600"/>
          </a:xfrm>
          <a:prstGeom prst="snip1Rect">
            <a:avLst>
              <a:gd name="adj" fmla="val 28984"/>
            </a:avLst>
          </a:prstGeom>
          <a:noFill/>
          <a:ln>
            <a:noFill/>
          </a:ln>
        </p:spPr>
      </p:sp>
      <p:sp>
        <p:nvSpPr>
          <p:cNvPr id="231" name="Google Shape;231;p22"/>
          <p:cNvSpPr>
            <a:spLocks noGrp="1"/>
          </p:cNvSpPr>
          <p:nvPr>
            <p:ph type="pic" idx="14"/>
          </p:nvPr>
        </p:nvSpPr>
        <p:spPr>
          <a:xfrm>
            <a:off x="147475" y="1468700"/>
            <a:ext cx="1550700" cy="1971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32" name="Google Shape;232;p22"/>
          <p:cNvSpPr>
            <a:spLocks noGrp="1"/>
          </p:cNvSpPr>
          <p:nvPr>
            <p:ph type="pic" idx="15"/>
          </p:nvPr>
        </p:nvSpPr>
        <p:spPr>
          <a:xfrm>
            <a:off x="3859675" y="2638375"/>
            <a:ext cx="1488300" cy="1957800"/>
          </a:xfrm>
          <a:prstGeom prst="snip1Rect">
            <a:avLst>
              <a:gd name="adj" fmla="val 34843"/>
            </a:avLst>
          </a:prstGeom>
          <a:noFill/>
          <a:ln>
            <a:noFill/>
          </a:ln>
        </p:spPr>
      </p:sp>
      <p:sp>
        <p:nvSpPr>
          <p:cNvPr id="233" name="Google Shape;233;p22"/>
          <p:cNvSpPr>
            <a:spLocks noGrp="1"/>
          </p:cNvSpPr>
          <p:nvPr>
            <p:ph type="pic" idx="16"/>
          </p:nvPr>
        </p:nvSpPr>
        <p:spPr>
          <a:xfrm>
            <a:off x="5612925" y="1468725"/>
            <a:ext cx="1551300" cy="1971600"/>
          </a:xfrm>
          <a:prstGeom prst="snip1Rect">
            <a:avLst>
              <a:gd name="adj" fmla="val 24641"/>
            </a:avLst>
          </a:prstGeom>
          <a:noFill/>
          <a:ln>
            <a:noFill/>
          </a:ln>
        </p:spPr>
      </p:sp>
      <p:sp>
        <p:nvSpPr>
          <p:cNvPr id="234" name="Google Shape;234;p22"/>
          <p:cNvSpPr>
            <a:spLocks noGrp="1"/>
          </p:cNvSpPr>
          <p:nvPr>
            <p:ph type="pic" idx="17"/>
          </p:nvPr>
        </p:nvSpPr>
        <p:spPr>
          <a:xfrm>
            <a:off x="7465625" y="2624575"/>
            <a:ext cx="1551300" cy="1971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35" name="Google Shape;235;p22"/>
          <p:cNvSpPr txBox="1">
            <a:spLocks noGrp="1"/>
          </p:cNvSpPr>
          <p:nvPr>
            <p:ph type="subTitle" idx="18"/>
          </p:nvPr>
        </p:nvSpPr>
        <p:spPr>
          <a:xfrm>
            <a:off x="0" y="0"/>
            <a:ext cx="3396600" cy="3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grpSp>
        <p:nvGrpSpPr>
          <p:cNvPr id="236" name="Google Shape;236;p22"/>
          <p:cNvGrpSpPr/>
          <p:nvPr/>
        </p:nvGrpSpPr>
        <p:grpSpPr>
          <a:xfrm rot="5400000">
            <a:off x="8783586" y="41327"/>
            <a:ext cx="216849" cy="249848"/>
            <a:chOff x="1208925" y="3513700"/>
            <a:chExt cx="710050" cy="818100"/>
          </a:xfrm>
        </p:grpSpPr>
        <p:cxnSp>
          <p:nvCxnSpPr>
            <p:cNvPr id="237" name="Google Shape;237;p22"/>
            <p:cNvCxnSpPr/>
            <p:nvPr/>
          </p:nvCxnSpPr>
          <p:spPr>
            <a:xfrm>
              <a:off x="1563950" y="3513700"/>
              <a:ext cx="0" cy="8181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22"/>
            <p:cNvCxnSpPr/>
            <p:nvPr/>
          </p:nvCxnSpPr>
          <p:spPr>
            <a:xfrm>
              <a:off x="1290350" y="3900050"/>
              <a:ext cx="547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9" name="Google Shape;239;p22"/>
            <p:cNvSpPr/>
            <p:nvPr/>
          </p:nvSpPr>
          <p:spPr>
            <a:xfrm>
              <a:off x="1760575" y="3513700"/>
              <a:ext cx="158400" cy="1584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2"/>
            <p:cNvSpPr/>
            <p:nvPr/>
          </p:nvSpPr>
          <p:spPr>
            <a:xfrm rot="-5400000">
              <a:off x="1208925" y="3513700"/>
              <a:ext cx="158400" cy="1584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2"/>
            <p:cNvSpPr/>
            <p:nvPr/>
          </p:nvSpPr>
          <p:spPr>
            <a:xfrm rot="10800000">
              <a:off x="1208925" y="4128000"/>
              <a:ext cx="158400" cy="1584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2"/>
            <p:cNvSpPr/>
            <p:nvPr/>
          </p:nvSpPr>
          <p:spPr>
            <a:xfrm rot="5400000">
              <a:off x="1760575" y="4128000"/>
              <a:ext cx="158400" cy="1584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22"/>
          <p:cNvSpPr txBox="1">
            <a:spLocks noGrp="1"/>
          </p:cNvSpPr>
          <p:nvPr>
            <p:ph type="ctrTitle" idx="19"/>
          </p:nvPr>
        </p:nvSpPr>
        <p:spPr>
          <a:xfrm>
            <a:off x="335400" y="466575"/>
            <a:ext cx="5277600" cy="10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8">
  <p:cSld name="TITLE_1_1_4_2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3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246" name="Google Shape;246;p23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248" name="Google Shape;248;p23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3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3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1" name="Google Shape;251;p23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2148300" cy="3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2"/>
          </p:nvPr>
        </p:nvSpPr>
        <p:spPr>
          <a:xfrm>
            <a:off x="7942675" y="4532900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54" name="Google Shape;254;p23"/>
          <p:cNvSpPr txBox="1">
            <a:spLocks noGrp="1"/>
          </p:cNvSpPr>
          <p:nvPr>
            <p:ph type="title" idx="3"/>
          </p:nvPr>
        </p:nvSpPr>
        <p:spPr>
          <a:xfrm>
            <a:off x="7942675" y="4254075"/>
            <a:ext cx="12129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55" name="Google Shape;255;p23"/>
          <p:cNvSpPr txBox="1">
            <a:spLocks noGrp="1"/>
          </p:cNvSpPr>
          <p:nvPr>
            <p:ph type="subTitle" idx="4"/>
          </p:nvPr>
        </p:nvSpPr>
        <p:spPr>
          <a:xfrm>
            <a:off x="5281600" y="4532925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title" idx="5"/>
          </p:nvPr>
        </p:nvSpPr>
        <p:spPr>
          <a:xfrm>
            <a:off x="5281600" y="4254075"/>
            <a:ext cx="11934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subTitle" idx="6"/>
          </p:nvPr>
        </p:nvSpPr>
        <p:spPr>
          <a:xfrm>
            <a:off x="3939475" y="4532925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58" name="Google Shape;258;p23"/>
          <p:cNvSpPr txBox="1">
            <a:spLocks noGrp="1"/>
          </p:cNvSpPr>
          <p:nvPr>
            <p:ph type="title" idx="7"/>
          </p:nvPr>
        </p:nvSpPr>
        <p:spPr>
          <a:xfrm>
            <a:off x="3939475" y="4254075"/>
            <a:ext cx="12051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59" name="Google Shape;259;p23"/>
          <p:cNvSpPr txBox="1">
            <a:spLocks noGrp="1"/>
          </p:cNvSpPr>
          <p:nvPr>
            <p:ph type="subTitle" idx="8"/>
          </p:nvPr>
        </p:nvSpPr>
        <p:spPr>
          <a:xfrm>
            <a:off x="2604650" y="4532900"/>
            <a:ext cx="11934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0" name="Google Shape;260;p23"/>
          <p:cNvSpPr txBox="1">
            <a:spLocks noGrp="1"/>
          </p:cNvSpPr>
          <p:nvPr>
            <p:ph type="title" idx="9"/>
          </p:nvPr>
        </p:nvSpPr>
        <p:spPr>
          <a:xfrm>
            <a:off x="2604650" y="4254075"/>
            <a:ext cx="12129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3"/>
          <p:cNvSpPr txBox="1">
            <a:spLocks noGrp="1"/>
          </p:cNvSpPr>
          <p:nvPr>
            <p:ph type="subTitle" idx="13"/>
          </p:nvPr>
        </p:nvSpPr>
        <p:spPr>
          <a:xfrm>
            <a:off x="7950622" y="608725"/>
            <a:ext cx="11934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2" name="Google Shape;262;p23"/>
          <p:cNvSpPr txBox="1">
            <a:spLocks noGrp="1"/>
          </p:cNvSpPr>
          <p:nvPr>
            <p:ph type="title" idx="14"/>
          </p:nvPr>
        </p:nvSpPr>
        <p:spPr>
          <a:xfrm>
            <a:off x="7950600" y="329900"/>
            <a:ext cx="12051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3"/>
          <p:cNvSpPr txBox="1">
            <a:spLocks noGrp="1"/>
          </p:cNvSpPr>
          <p:nvPr>
            <p:ph type="subTitle" idx="15"/>
          </p:nvPr>
        </p:nvSpPr>
        <p:spPr>
          <a:xfrm>
            <a:off x="6616648" y="608725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4" name="Google Shape;264;p23"/>
          <p:cNvSpPr txBox="1">
            <a:spLocks noGrp="1"/>
          </p:cNvSpPr>
          <p:nvPr>
            <p:ph type="title" idx="16"/>
          </p:nvPr>
        </p:nvSpPr>
        <p:spPr>
          <a:xfrm>
            <a:off x="6616625" y="329900"/>
            <a:ext cx="12051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65" name="Google Shape;265;p23"/>
          <p:cNvSpPr txBox="1">
            <a:spLocks noGrp="1"/>
          </p:cNvSpPr>
          <p:nvPr>
            <p:ph type="subTitle" idx="17"/>
          </p:nvPr>
        </p:nvSpPr>
        <p:spPr>
          <a:xfrm>
            <a:off x="5289547" y="608750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title" idx="18"/>
          </p:nvPr>
        </p:nvSpPr>
        <p:spPr>
          <a:xfrm>
            <a:off x="5289525" y="329900"/>
            <a:ext cx="11934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9"/>
          </p:nvPr>
        </p:nvSpPr>
        <p:spPr>
          <a:xfrm>
            <a:off x="2612598" y="608725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 Light"/>
              <a:buNone/>
              <a:defRPr sz="10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omorrow"/>
              <a:buNone/>
              <a:defRPr sz="10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ubTitle" idx="20"/>
          </p:nvPr>
        </p:nvSpPr>
        <p:spPr>
          <a:xfrm>
            <a:off x="3947423" y="608750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title" idx="21"/>
          </p:nvPr>
        </p:nvSpPr>
        <p:spPr>
          <a:xfrm>
            <a:off x="3947400" y="329900"/>
            <a:ext cx="11934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title" idx="22"/>
          </p:nvPr>
        </p:nvSpPr>
        <p:spPr>
          <a:xfrm>
            <a:off x="2612575" y="329900"/>
            <a:ext cx="11934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Tomorrow"/>
              <a:buNone/>
              <a:defRPr sz="1400"/>
            </a:lvl9pPr>
          </a:lstStyle>
          <a:p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ubTitle" idx="23"/>
          </p:nvPr>
        </p:nvSpPr>
        <p:spPr>
          <a:xfrm>
            <a:off x="6608700" y="4532900"/>
            <a:ext cx="1205100" cy="618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 Light"/>
              <a:buNone/>
              <a:defRPr sz="1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omorrow"/>
              <a:buNone/>
              <a:defRPr sz="1000">
                <a:solidFill>
                  <a:schemeClr val="l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title" idx="24"/>
          </p:nvPr>
        </p:nvSpPr>
        <p:spPr>
          <a:xfrm>
            <a:off x="6608700" y="4254075"/>
            <a:ext cx="1205100" cy="27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omorrow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23"/>
          <p:cNvSpPr>
            <a:spLocks noGrp="1"/>
          </p:cNvSpPr>
          <p:nvPr>
            <p:ph type="pic" idx="25"/>
          </p:nvPr>
        </p:nvSpPr>
        <p:spPr>
          <a:xfrm>
            <a:off x="2623825" y="2832794"/>
            <a:ext cx="1081200" cy="1422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74" name="Google Shape;274;p23"/>
          <p:cNvSpPr>
            <a:spLocks noGrp="1"/>
          </p:cNvSpPr>
          <p:nvPr>
            <p:ph type="pic" idx="26"/>
          </p:nvPr>
        </p:nvSpPr>
        <p:spPr>
          <a:xfrm>
            <a:off x="3958200" y="2832794"/>
            <a:ext cx="1081200" cy="1422600"/>
          </a:xfrm>
          <a:prstGeom prst="snip1Rect">
            <a:avLst>
              <a:gd name="adj" fmla="val 29150"/>
            </a:avLst>
          </a:prstGeom>
          <a:noFill/>
          <a:ln>
            <a:noFill/>
          </a:ln>
        </p:spPr>
      </p:sp>
      <p:sp>
        <p:nvSpPr>
          <p:cNvPr id="275" name="Google Shape;275;p23"/>
          <p:cNvSpPr>
            <a:spLocks noGrp="1"/>
          </p:cNvSpPr>
          <p:nvPr>
            <p:ph type="pic" idx="27"/>
          </p:nvPr>
        </p:nvSpPr>
        <p:spPr>
          <a:xfrm>
            <a:off x="5293850" y="2832794"/>
            <a:ext cx="1081200" cy="1422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76" name="Google Shape;276;p23"/>
          <p:cNvSpPr>
            <a:spLocks noGrp="1"/>
          </p:cNvSpPr>
          <p:nvPr>
            <p:ph type="pic" idx="28"/>
          </p:nvPr>
        </p:nvSpPr>
        <p:spPr>
          <a:xfrm>
            <a:off x="6625625" y="2832794"/>
            <a:ext cx="1081200" cy="1422600"/>
          </a:xfrm>
          <a:prstGeom prst="snip1Rect">
            <a:avLst>
              <a:gd name="adj" fmla="val 27187"/>
            </a:avLst>
          </a:prstGeom>
          <a:noFill/>
          <a:ln>
            <a:noFill/>
          </a:ln>
        </p:spPr>
      </p:sp>
      <p:sp>
        <p:nvSpPr>
          <p:cNvPr id="277" name="Google Shape;277;p23"/>
          <p:cNvSpPr>
            <a:spLocks noGrp="1"/>
          </p:cNvSpPr>
          <p:nvPr>
            <p:ph type="pic" idx="29"/>
          </p:nvPr>
        </p:nvSpPr>
        <p:spPr>
          <a:xfrm>
            <a:off x="7946575" y="2832794"/>
            <a:ext cx="1081200" cy="1422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78" name="Google Shape;278;p23"/>
          <p:cNvSpPr>
            <a:spLocks noGrp="1"/>
          </p:cNvSpPr>
          <p:nvPr>
            <p:ph type="pic" idx="30"/>
          </p:nvPr>
        </p:nvSpPr>
        <p:spPr>
          <a:xfrm>
            <a:off x="2623825" y="1232594"/>
            <a:ext cx="1081200" cy="1422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79" name="Google Shape;279;p23"/>
          <p:cNvSpPr>
            <a:spLocks noGrp="1"/>
          </p:cNvSpPr>
          <p:nvPr>
            <p:ph type="pic" idx="31"/>
          </p:nvPr>
        </p:nvSpPr>
        <p:spPr>
          <a:xfrm>
            <a:off x="3958200" y="1232594"/>
            <a:ext cx="1081200" cy="1422600"/>
          </a:xfrm>
          <a:prstGeom prst="snip1Rect">
            <a:avLst>
              <a:gd name="adj" fmla="val 29150"/>
            </a:avLst>
          </a:prstGeom>
          <a:noFill/>
          <a:ln>
            <a:noFill/>
          </a:ln>
        </p:spPr>
      </p:sp>
      <p:sp>
        <p:nvSpPr>
          <p:cNvPr id="280" name="Google Shape;280;p23"/>
          <p:cNvSpPr>
            <a:spLocks noGrp="1"/>
          </p:cNvSpPr>
          <p:nvPr>
            <p:ph type="pic" idx="32"/>
          </p:nvPr>
        </p:nvSpPr>
        <p:spPr>
          <a:xfrm>
            <a:off x="5293850" y="1232594"/>
            <a:ext cx="1081200" cy="14226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281" name="Google Shape;281;p23"/>
          <p:cNvSpPr>
            <a:spLocks noGrp="1"/>
          </p:cNvSpPr>
          <p:nvPr>
            <p:ph type="pic" idx="33"/>
          </p:nvPr>
        </p:nvSpPr>
        <p:spPr>
          <a:xfrm>
            <a:off x="6625625" y="1232594"/>
            <a:ext cx="1081200" cy="1422600"/>
          </a:xfrm>
          <a:prstGeom prst="snip1Rect">
            <a:avLst>
              <a:gd name="adj" fmla="val 33134"/>
            </a:avLst>
          </a:prstGeom>
          <a:noFill/>
          <a:ln>
            <a:noFill/>
          </a:ln>
        </p:spPr>
      </p:sp>
      <p:sp>
        <p:nvSpPr>
          <p:cNvPr id="282" name="Google Shape;282;p23"/>
          <p:cNvSpPr>
            <a:spLocks noGrp="1"/>
          </p:cNvSpPr>
          <p:nvPr>
            <p:ph type="pic" idx="34"/>
          </p:nvPr>
        </p:nvSpPr>
        <p:spPr>
          <a:xfrm>
            <a:off x="7946575" y="1232594"/>
            <a:ext cx="1081200" cy="1422600"/>
          </a:xfrm>
          <a:prstGeom prst="snip1Rect">
            <a:avLst>
              <a:gd name="adj" fmla="val 2232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images">
  <p:cSld name="CUSTOM_2">
    <p:bg>
      <p:bgPr>
        <a:solidFill>
          <a:schemeClr val="lt2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7568637" y="418577"/>
            <a:ext cx="1005300" cy="327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sz="1600" b="1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 idx="2"/>
          </p:nvPr>
        </p:nvSpPr>
        <p:spPr>
          <a:xfrm>
            <a:off x="5636352" y="418577"/>
            <a:ext cx="1005300" cy="327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sz="1600" b="1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title" idx="3"/>
          </p:nvPr>
        </p:nvSpPr>
        <p:spPr>
          <a:xfrm>
            <a:off x="3725852" y="418577"/>
            <a:ext cx="1005300" cy="327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 sz="1600" b="1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Nunito Sans"/>
              <a:buNone/>
              <a:defRPr sz="12000" b="1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-7450" y="-3650"/>
            <a:ext cx="3287100" cy="33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1"/>
          </p:nvPr>
        </p:nvSpPr>
        <p:spPr>
          <a:xfrm>
            <a:off x="426025" y="1345400"/>
            <a:ext cx="2346300" cy="64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289" name="Google Shape;289;p24"/>
          <p:cNvSpPr>
            <a:spLocks noGrp="1"/>
          </p:cNvSpPr>
          <p:nvPr>
            <p:ph type="pic" idx="4"/>
          </p:nvPr>
        </p:nvSpPr>
        <p:spPr>
          <a:xfrm>
            <a:off x="426025" y="3373486"/>
            <a:ext cx="7743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0" name="Google Shape;290;p24"/>
          <p:cNvSpPr>
            <a:spLocks noGrp="1"/>
          </p:cNvSpPr>
          <p:nvPr>
            <p:ph type="pic" idx="5"/>
          </p:nvPr>
        </p:nvSpPr>
        <p:spPr>
          <a:xfrm>
            <a:off x="1230300" y="3373474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1" name="Google Shape;291;p24"/>
          <p:cNvSpPr>
            <a:spLocks noGrp="1"/>
          </p:cNvSpPr>
          <p:nvPr>
            <p:ph type="pic" idx="6"/>
          </p:nvPr>
        </p:nvSpPr>
        <p:spPr>
          <a:xfrm>
            <a:off x="1230300" y="4047794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24"/>
          <p:cNvSpPr>
            <a:spLocks noGrp="1"/>
          </p:cNvSpPr>
          <p:nvPr>
            <p:ph type="pic" idx="7"/>
          </p:nvPr>
        </p:nvSpPr>
        <p:spPr>
          <a:xfrm>
            <a:off x="2025276" y="4047794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3" name="Google Shape;293;p24"/>
          <p:cNvSpPr>
            <a:spLocks noGrp="1"/>
          </p:cNvSpPr>
          <p:nvPr>
            <p:ph type="pic" idx="8"/>
          </p:nvPr>
        </p:nvSpPr>
        <p:spPr>
          <a:xfrm>
            <a:off x="2025276" y="3373474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4" name="Google Shape;294;p24"/>
          <p:cNvSpPr>
            <a:spLocks noGrp="1"/>
          </p:cNvSpPr>
          <p:nvPr>
            <p:ph type="pic" idx="9"/>
          </p:nvPr>
        </p:nvSpPr>
        <p:spPr>
          <a:xfrm>
            <a:off x="425925" y="2024850"/>
            <a:ext cx="7743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5" name="Google Shape;295;p24"/>
          <p:cNvSpPr>
            <a:spLocks noGrp="1"/>
          </p:cNvSpPr>
          <p:nvPr>
            <p:ph type="pic" idx="13"/>
          </p:nvPr>
        </p:nvSpPr>
        <p:spPr>
          <a:xfrm>
            <a:off x="1230300" y="2024857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6" name="Google Shape;296;p24"/>
          <p:cNvSpPr>
            <a:spLocks noGrp="1"/>
          </p:cNvSpPr>
          <p:nvPr>
            <p:ph type="pic" idx="14"/>
          </p:nvPr>
        </p:nvSpPr>
        <p:spPr>
          <a:xfrm>
            <a:off x="426025" y="2710201"/>
            <a:ext cx="7743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7" name="Google Shape;297;p24"/>
          <p:cNvSpPr>
            <a:spLocks noGrp="1"/>
          </p:cNvSpPr>
          <p:nvPr>
            <p:ph type="pic" idx="15"/>
          </p:nvPr>
        </p:nvSpPr>
        <p:spPr>
          <a:xfrm>
            <a:off x="1230300" y="2699177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8" name="Google Shape;298;p24"/>
          <p:cNvSpPr>
            <a:spLocks noGrp="1"/>
          </p:cNvSpPr>
          <p:nvPr>
            <p:ph type="pic" idx="16"/>
          </p:nvPr>
        </p:nvSpPr>
        <p:spPr>
          <a:xfrm>
            <a:off x="2025276" y="2699177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9" name="Google Shape;299;p24"/>
          <p:cNvSpPr>
            <a:spLocks noGrp="1"/>
          </p:cNvSpPr>
          <p:nvPr>
            <p:ph type="pic" idx="17"/>
          </p:nvPr>
        </p:nvSpPr>
        <p:spPr>
          <a:xfrm>
            <a:off x="2025276" y="2024857"/>
            <a:ext cx="7650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0" name="Google Shape;300;p24"/>
          <p:cNvSpPr>
            <a:spLocks noGrp="1"/>
          </p:cNvSpPr>
          <p:nvPr>
            <p:ph type="pic" idx="18"/>
          </p:nvPr>
        </p:nvSpPr>
        <p:spPr>
          <a:xfrm>
            <a:off x="426025" y="4036750"/>
            <a:ext cx="774300" cy="6426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1" name="Google Shape;301;p24"/>
          <p:cNvSpPr txBox="1">
            <a:spLocks noGrp="1"/>
          </p:cNvSpPr>
          <p:nvPr>
            <p:ph type="ctrTitle" idx="19"/>
          </p:nvPr>
        </p:nvSpPr>
        <p:spPr>
          <a:xfrm>
            <a:off x="335400" y="466575"/>
            <a:ext cx="2715300" cy="8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 u="sng"/>
            </a:lvl9pPr>
          </a:lstStyle>
          <a:p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3088030" y="114407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303" name="Google Shape;303;p24"/>
          <p:cNvSpPr/>
          <p:nvPr/>
        </p:nvSpPr>
        <p:spPr>
          <a:xfrm rot="10800000">
            <a:off x="2707146" y="114476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304" name="Google Shape;304;p24"/>
          <p:cNvCxnSpPr/>
          <p:nvPr/>
        </p:nvCxnSpPr>
        <p:spPr>
          <a:xfrm>
            <a:off x="2578169" y="-5981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24"/>
          <p:cNvCxnSpPr/>
          <p:nvPr/>
        </p:nvCxnSpPr>
        <p:spPr>
          <a:xfrm>
            <a:off x="2936884" y="-3413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24"/>
          <p:cNvSpPr txBox="1">
            <a:spLocks noGrp="1"/>
          </p:cNvSpPr>
          <p:nvPr>
            <p:ph type="subTitle" idx="20"/>
          </p:nvPr>
        </p:nvSpPr>
        <p:spPr>
          <a:xfrm>
            <a:off x="0" y="0"/>
            <a:ext cx="25782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CUSTOM_3_2_1">
    <p:bg>
      <p:bgPr>
        <a:solidFill>
          <a:schemeClr val="accent5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Google Shape;308;p25"/>
          <p:cNvCxnSpPr/>
          <p:nvPr/>
        </p:nvCxnSpPr>
        <p:spPr>
          <a:xfrm rot="10800000">
            <a:off x="6150450" y="4818800"/>
            <a:ext cx="2993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" name="Google Shape;309;p25"/>
          <p:cNvSpPr/>
          <p:nvPr/>
        </p:nvSpPr>
        <p:spPr>
          <a:xfrm>
            <a:off x="-9525" y="4814475"/>
            <a:ext cx="6525275" cy="342200"/>
          </a:xfrm>
          <a:custGeom>
            <a:avLst/>
            <a:gdLst/>
            <a:ahLst/>
            <a:cxnLst/>
            <a:rect l="l" t="t" r="r" b="b"/>
            <a:pathLst>
              <a:path w="261011" h="13688" extrusionOk="0">
                <a:moveTo>
                  <a:pt x="261011" y="13571"/>
                </a:moveTo>
                <a:lnTo>
                  <a:pt x="246428" y="0"/>
                </a:lnTo>
                <a:lnTo>
                  <a:pt x="0" y="0"/>
                </a:lnTo>
                <a:lnTo>
                  <a:pt x="6" y="136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10" name="Google Shape;310;p25"/>
          <p:cNvSpPr/>
          <p:nvPr/>
        </p:nvSpPr>
        <p:spPr>
          <a:xfrm>
            <a:off x="2418625" y="-9750"/>
            <a:ext cx="6725525" cy="745975"/>
          </a:xfrm>
          <a:custGeom>
            <a:avLst/>
            <a:gdLst/>
            <a:ahLst/>
            <a:cxnLst/>
            <a:rect l="l" t="t" r="r" b="b"/>
            <a:pathLst>
              <a:path w="269021" h="29839" extrusionOk="0">
                <a:moveTo>
                  <a:pt x="268943" y="29596"/>
                </a:moveTo>
                <a:lnTo>
                  <a:pt x="178422" y="29839"/>
                </a:lnTo>
                <a:lnTo>
                  <a:pt x="167194" y="19738"/>
                </a:lnTo>
                <a:lnTo>
                  <a:pt x="24549" y="20084"/>
                </a:lnTo>
                <a:lnTo>
                  <a:pt x="0" y="0"/>
                </a:lnTo>
                <a:lnTo>
                  <a:pt x="269021" y="2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11" name="Google Shape;311;p25"/>
          <p:cNvSpPr txBox="1">
            <a:spLocks noGrp="1"/>
          </p:cNvSpPr>
          <p:nvPr>
            <p:ph type="subTitle" idx="1"/>
          </p:nvPr>
        </p:nvSpPr>
        <p:spPr>
          <a:xfrm>
            <a:off x="0" y="4828925"/>
            <a:ext cx="3396600" cy="3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-75" y="632075"/>
            <a:ext cx="9143737" cy="1972250"/>
          </a:xfrm>
          <a:custGeom>
            <a:avLst/>
            <a:gdLst/>
            <a:ahLst/>
            <a:cxnLst/>
            <a:rect l="l" t="t" r="r" b="b"/>
            <a:pathLst>
              <a:path w="367329" h="78890" extrusionOk="0">
                <a:moveTo>
                  <a:pt x="0" y="0"/>
                </a:moveTo>
                <a:lnTo>
                  <a:pt x="261097" y="0"/>
                </a:lnTo>
                <a:lnTo>
                  <a:pt x="345814" y="78890"/>
                </a:lnTo>
                <a:lnTo>
                  <a:pt x="367329" y="78890"/>
                </a:ln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5"/>
          <p:cNvSpPr txBox="1">
            <a:spLocks noGrp="1"/>
          </p:cNvSpPr>
          <p:nvPr>
            <p:ph type="ctrTitle"/>
          </p:nvPr>
        </p:nvSpPr>
        <p:spPr>
          <a:xfrm>
            <a:off x="308075" y="1192675"/>
            <a:ext cx="8124300" cy="321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14" name="Google Shape;314;p25"/>
          <p:cNvGrpSpPr/>
          <p:nvPr/>
        </p:nvGrpSpPr>
        <p:grpSpPr>
          <a:xfrm>
            <a:off x="8912572" y="959031"/>
            <a:ext cx="56807" cy="705200"/>
            <a:chOff x="1520050" y="1847100"/>
            <a:chExt cx="80100" cy="994500"/>
          </a:xfrm>
        </p:grpSpPr>
        <p:sp>
          <p:nvSpPr>
            <p:cNvPr id="315" name="Google Shape;315;p25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320" name="Google Shape;320;p25"/>
          <p:cNvGrpSpPr/>
          <p:nvPr/>
        </p:nvGrpSpPr>
        <p:grpSpPr>
          <a:xfrm>
            <a:off x="143596" y="127489"/>
            <a:ext cx="185652" cy="162246"/>
            <a:chOff x="8834250" y="614850"/>
            <a:chExt cx="221700" cy="193750"/>
          </a:xfrm>
        </p:grpSpPr>
        <p:cxnSp>
          <p:nvCxnSpPr>
            <p:cNvPr id="321" name="Google Shape;321;p25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2" name="Google Shape;322;p25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25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4" name="Google Shape;324;p25"/>
          <p:cNvSpPr/>
          <p:nvPr/>
        </p:nvSpPr>
        <p:spPr>
          <a:xfrm>
            <a:off x="8942330" y="49313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325" name="Google Shape;325;p25"/>
          <p:cNvSpPr/>
          <p:nvPr/>
        </p:nvSpPr>
        <p:spPr>
          <a:xfrm rot="10800000">
            <a:off x="8561446" y="49314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326" name="Google Shape;326;p25"/>
          <p:cNvCxnSpPr/>
          <p:nvPr/>
        </p:nvCxnSpPr>
        <p:spPr>
          <a:xfrm>
            <a:off x="8432469" y="4810944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7" name="Google Shape;327;p25"/>
          <p:cNvCxnSpPr/>
          <p:nvPr/>
        </p:nvCxnSpPr>
        <p:spPr>
          <a:xfrm>
            <a:off x="8791184" y="4813512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CUSTOM_3_2">
    <p:bg>
      <p:bgPr>
        <a:solidFill>
          <a:schemeClr val="accen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26"/>
          <p:cNvCxnSpPr/>
          <p:nvPr/>
        </p:nvCxnSpPr>
        <p:spPr>
          <a:xfrm rot="10800000">
            <a:off x="6155850" y="4813500"/>
            <a:ext cx="2988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26"/>
          <p:cNvSpPr/>
          <p:nvPr/>
        </p:nvSpPr>
        <p:spPr>
          <a:xfrm>
            <a:off x="-9525" y="4814475"/>
            <a:ext cx="6525275" cy="342200"/>
          </a:xfrm>
          <a:custGeom>
            <a:avLst/>
            <a:gdLst/>
            <a:ahLst/>
            <a:cxnLst/>
            <a:rect l="l" t="t" r="r" b="b"/>
            <a:pathLst>
              <a:path w="261011" h="13688" extrusionOk="0">
                <a:moveTo>
                  <a:pt x="261011" y="13571"/>
                </a:moveTo>
                <a:lnTo>
                  <a:pt x="246428" y="0"/>
                </a:lnTo>
                <a:lnTo>
                  <a:pt x="0" y="0"/>
                </a:lnTo>
                <a:lnTo>
                  <a:pt x="6" y="1368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31" name="Google Shape;331;p26"/>
          <p:cNvSpPr/>
          <p:nvPr/>
        </p:nvSpPr>
        <p:spPr>
          <a:xfrm>
            <a:off x="8942330" y="49313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2" name="Google Shape;332;p26"/>
          <p:cNvSpPr/>
          <p:nvPr/>
        </p:nvSpPr>
        <p:spPr>
          <a:xfrm rot="10800000">
            <a:off x="8561446" y="49314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333" name="Google Shape;333;p26"/>
          <p:cNvCxnSpPr/>
          <p:nvPr/>
        </p:nvCxnSpPr>
        <p:spPr>
          <a:xfrm>
            <a:off x="8432469" y="4810944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4" name="Google Shape;334;p26"/>
          <p:cNvCxnSpPr/>
          <p:nvPr/>
        </p:nvCxnSpPr>
        <p:spPr>
          <a:xfrm>
            <a:off x="8791184" y="4813512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" name="Google Shape;335;p26"/>
          <p:cNvSpPr/>
          <p:nvPr/>
        </p:nvSpPr>
        <p:spPr>
          <a:xfrm>
            <a:off x="2418625" y="-9750"/>
            <a:ext cx="6725525" cy="745975"/>
          </a:xfrm>
          <a:custGeom>
            <a:avLst/>
            <a:gdLst/>
            <a:ahLst/>
            <a:cxnLst/>
            <a:rect l="l" t="t" r="r" b="b"/>
            <a:pathLst>
              <a:path w="269021" h="29839" extrusionOk="0">
                <a:moveTo>
                  <a:pt x="268943" y="29596"/>
                </a:moveTo>
                <a:lnTo>
                  <a:pt x="178422" y="29839"/>
                </a:lnTo>
                <a:lnTo>
                  <a:pt x="167194" y="19738"/>
                </a:lnTo>
                <a:lnTo>
                  <a:pt x="24549" y="20084"/>
                </a:lnTo>
                <a:lnTo>
                  <a:pt x="0" y="0"/>
                </a:lnTo>
                <a:lnTo>
                  <a:pt x="269021" y="2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36" name="Google Shape;336;p26"/>
          <p:cNvSpPr txBox="1">
            <a:spLocks noGrp="1"/>
          </p:cNvSpPr>
          <p:nvPr>
            <p:ph type="subTitle" idx="1"/>
          </p:nvPr>
        </p:nvSpPr>
        <p:spPr>
          <a:xfrm>
            <a:off x="0" y="4828925"/>
            <a:ext cx="3396600" cy="3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Nunito Sans"/>
              <a:buNone/>
              <a:defRPr sz="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Nunito Sans"/>
              <a:buNone/>
              <a:defRPr sz="1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26"/>
          <p:cNvSpPr txBox="1">
            <a:spLocks noGrp="1"/>
          </p:cNvSpPr>
          <p:nvPr>
            <p:ph type="ctrTitle"/>
          </p:nvPr>
        </p:nvSpPr>
        <p:spPr>
          <a:xfrm>
            <a:off x="308075" y="1192675"/>
            <a:ext cx="8124300" cy="321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38" name="Google Shape;338;p26"/>
          <p:cNvGrpSpPr/>
          <p:nvPr/>
        </p:nvGrpSpPr>
        <p:grpSpPr>
          <a:xfrm>
            <a:off x="143596" y="127489"/>
            <a:ext cx="185652" cy="162246"/>
            <a:chOff x="8834250" y="614850"/>
            <a:chExt cx="221700" cy="193750"/>
          </a:xfrm>
        </p:grpSpPr>
        <p:cxnSp>
          <p:nvCxnSpPr>
            <p:cNvPr id="339" name="Google Shape;339;p26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26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26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2" name="Google Shape;342;p26"/>
          <p:cNvSpPr/>
          <p:nvPr/>
        </p:nvSpPr>
        <p:spPr>
          <a:xfrm>
            <a:off x="-75" y="632075"/>
            <a:ext cx="9143737" cy="1972250"/>
          </a:xfrm>
          <a:custGeom>
            <a:avLst/>
            <a:gdLst/>
            <a:ahLst/>
            <a:cxnLst/>
            <a:rect l="l" t="t" r="r" b="b"/>
            <a:pathLst>
              <a:path w="367329" h="78890" extrusionOk="0">
                <a:moveTo>
                  <a:pt x="0" y="0"/>
                </a:moveTo>
                <a:lnTo>
                  <a:pt x="261097" y="0"/>
                </a:lnTo>
                <a:lnTo>
                  <a:pt x="345814" y="78890"/>
                </a:lnTo>
                <a:lnTo>
                  <a:pt x="367329" y="7889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43" name="Google Shape;343;p26"/>
          <p:cNvGrpSpPr/>
          <p:nvPr/>
        </p:nvGrpSpPr>
        <p:grpSpPr>
          <a:xfrm>
            <a:off x="8912572" y="959031"/>
            <a:ext cx="56807" cy="705200"/>
            <a:chOff x="1520050" y="1847100"/>
            <a:chExt cx="80100" cy="994500"/>
          </a:xfrm>
        </p:grpSpPr>
        <p:sp>
          <p:nvSpPr>
            <p:cNvPr id="344" name="Google Shape;344;p26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3">
  <p:cSld name="CUSTOM_3_1_1_1">
    <p:bg>
      <p:bgPr>
        <a:solidFill>
          <a:schemeClr val="lt2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/>
          <p:nvPr/>
        </p:nvSpPr>
        <p:spPr>
          <a:xfrm>
            <a:off x="6828825" y="284675"/>
            <a:ext cx="2129125" cy="4868950"/>
          </a:xfrm>
          <a:custGeom>
            <a:avLst/>
            <a:gdLst/>
            <a:ahLst/>
            <a:cxnLst/>
            <a:rect l="l" t="t" r="r" b="b"/>
            <a:pathLst>
              <a:path w="85165" h="194758" extrusionOk="0">
                <a:moveTo>
                  <a:pt x="0" y="0"/>
                </a:moveTo>
                <a:lnTo>
                  <a:pt x="85165" y="98388"/>
                </a:lnTo>
                <a:lnTo>
                  <a:pt x="224" y="194758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51" name="Google Shape;351;p27"/>
          <p:cNvGrpSpPr/>
          <p:nvPr/>
        </p:nvGrpSpPr>
        <p:grpSpPr>
          <a:xfrm>
            <a:off x="8511558" y="4772568"/>
            <a:ext cx="434628" cy="204679"/>
            <a:chOff x="11562000" y="3311675"/>
            <a:chExt cx="711571" cy="335100"/>
          </a:xfrm>
        </p:grpSpPr>
        <p:sp>
          <p:nvSpPr>
            <p:cNvPr id="352" name="Google Shape;352;p27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</p:grpSp>
      <p:sp>
        <p:nvSpPr>
          <p:cNvPr id="355" name="Google Shape;355;p27"/>
          <p:cNvSpPr txBox="1">
            <a:spLocks noGrp="1"/>
          </p:cNvSpPr>
          <p:nvPr>
            <p:ph type="subTitle" idx="1"/>
          </p:nvPr>
        </p:nvSpPr>
        <p:spPr>
          <a:xfrm>
            <a:off x="646550" y="2038775"/>
            <a:ext cx="4524600" cy="2352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2652800" y="-3800"/>
            <a:ext cx="6491200" cy="336650"/>
          </a:xfrm>
          <a:custGeom>
            <a:avLst/>
            <a:gdLst/>
            <a:ahLst/>
            <a:cxnLst/>
            <a:rect l="l" t="t" r="r" b="b"/>
            <a:pathLst>
              <a:path w="259648" h="13466" extrusionOk="0">
                <a:moveTo>
                  <a:pt x="259648" y="13240"/>
                </a:moveTo>
                <a:lnTo>
                  <a:pt x="168482" y="13466"/>
                </a:lnTo>
                <a:lnTo>
                  <a:pt x="164138" y="8554"/>
                </a:lnTo>
                <a:lnTo>
                  <a:pt x="8417" y="8506"/>
                </a:lnTo>
                <a:lnTo>
                  <a:pt x="0" y="105"/>
                </a:lnTo>
                <a:lnTo>
                  <a:pt x="25964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7" name="Google Shape;357;p27"/>
          <p:cNvSpPr/>
          <p:nvPr/>
        </p:nvSpPr>
        <p:spPr>
          <a:xfrm flipH="1">
            <a:off x="366350" y="3214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8" name="Google Shape;358;p27"/>
          <p:cNvSpPr/>
          <p:nvPr/>
        </p:nvSpPr>
        <p:spPr>
          <a:xfrm flipH="1">
            <a:off x="314750" y="3730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9" name="Google Shape;359;p27"/>
          <p:cNvSpPr/>
          <p:nvPr/>
        </p:nvSpPr>
        <p:spPr>
          <a:xfrm rot="10800000">
            <a:off x="-964" y="4793918"/>
            <a:ext cx="6577164" cy="363882"/>
          </a:xfrm>
          <a:custGeom>
            <a:avLst/>
            <a:gdLst/>
            <a:ahLst/>
            <a:cxnLst/>
            <a:rect l="l" t="t" r="r" b="b"/>
            <a:pathLst>
              <a:path w="263429" h="17488" extrusionOk="0">
                <a:moveTo>
                  <a:pt x="0" y="0"/>
                </a:moveTo>
                <a:lnTo>
                  <a:pt x="17001" y="17488"/>
                </a:lnTo>
                <a:lnTo>
                  <a:pt x="263429" y="17488"/>
                </a:lnTo>
                <a:lnTo>
                  <a:pt x="263423" y="5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60" name="Google Shape;360;p27"/>
          <p:cNvSpPr txBox="1">
            <a:spLocks noGrp="1"/>
          </p:cNvSpPr>
          <p:nvPr>
            <p:ph type="subTitle" idx="2"/>
          </p:nvPr>
        </p:nvSpPr>
        <p:spPr>
          <a:xfrm>
            <a:off x="0" y="4793925"/>
            <a:ext cx="3396600" cy="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361" name="Google Shape;361;p27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5808300" cy="13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8736250" y="528876"/>
            <a:ext cx="221700" cy="221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363" name="Google Shape;363;p27"/>
          <p:cNvCxnSpPr/>
          <p:nvPr/>
        </p:nvCxnSpPr>
        <p:spPr>
          <a:xfrm>
            <a:off x="8796456" y="639776"/>
            <a:ext cx="101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4" name="Google Shape;364;p27"/>
          <p:cNvSpPr/>
          <p:nvPr/>
        </p:nvSpPr>
        <p:spPr>
          <a:xfrm>
            <a:off x="8838804" y="591478"/>
            <a:ext cx="59037" cy="96588"/>
          </a:xfrm>
          <a:custGeom>
            <a:avLst/>
            <a:gdLst/>
            <a:ahLst/>
            <a:cxnLst/>
            <a:rect l="l" t="t" r="r" b="b"/>
            <a:pathLst>
              <a:path w="6331" h="10358" extrusionOk="0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2">
  <p:cSld name="CUSTOM_3_1_1">
    <p:bg>
      <p:bgPr>
        <a:solidFill>
          <a:schemeClr val="dk1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28"/>
          <p:cNvCxnSpPr/>
          <p:nvPr/>
        </p:nvCxnSpPr>
        <p:spPr>
          <a:xfrm>
            <a:off x="7793650" y="256675"/>
            <a:ext cx="1350300" cy="150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7" name="Google Shape;367;p28"/>
          <p:cNvCxnSpPr/>
          <p:nvPr/>
        </p:nvCxnSpPr>
        <p:spPr>
          <a:xfrm rot="10800000" flipH="1">
            <a:off x="7852450" y="3709125"/>
            <a:ext cx="1291500" cy="144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8" name="Google Shape;368;p28"/>
          <p:cNvSpPr/>
          <p:nvPr/>
        </p:nvSpPr>
        <p:spPr>
          <a:xfrm>
            <a:off x="6817075" y="284675"/>
            <a:ext cx="2129125" cy="4868950"/>
          </a:xfrm>
          <a:custGeom>
            <a:avLst/>
            <a:gdLst/>
            <a:ahLst/>
            <a:cxnLst/>
            <a:rect l="l" t="t" r="r" b="b"/>
            <a:pathLst>
              <a:path w="85165" h="194758" extrusionOk="0">
                <a:moveTo>
                  <a:pt x="0" y="0"/>
                </a:moveTo>
                <a:lnTo>
                  <a:pt x="85165" y="98388"/>
                </a:lnTo>
                <a:lnTo>
                  <a:pt x="224" y="194758"/>
                </a:ln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69" name="Google Shape;369;p28"/>
          <p:cNvGrpSpPr/>
          <p:nvPr/>
        </p:nvGrpSpPr>
        <p:grpSpPr>
          <a:xfrm>
            <a:off x="8511558" y="4772568"/>
            <a:ext cx="434628" cy="204679"/>
            <a:chOff x="11562000" y="3311675"/>
            <a:chExt cx="711571" cy="335100"/>
          </a:xfrm>
        </p:grpSpPr>
        <p:sp>
          <p:nvSpPr>
            <p:cNvPr id="370" name="Google Shape;370;p28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373" name="Google Shape;373;p28"/>
          <p:cNvSpPr txBox="1">
            <a:spLocks noGrp="1"/>
          </p:cNvSpPr>
          <p:nvPr>
            <p:ph type="subTitle" idx="1"/>
          </p:nvPr>
        </p:nvSpPr>
        <p:spPr>
          <a:xfrm>
            <a:off x="640550" y="2038775"/>
            <a:ext cx="4524600" cy="2352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2652800" y="-3800"/>
            <a:ext cx="6491200" cy="336650"/>
          </a:xfrm>
          <a:custGeom>
            <a:avLst/>
            <a:gdLst/>
            <a:ahLst/>
            <a:cxnLst/>
            <a:rect l="l" t="t" r="r" b="b"/>
            <a:pathLst>
              <a:path w="259648" h="13466" extrusionOk="0">
                <a:moveTo>
                  <a:pt x="259648" y="13240"/>
                </a:moveTo>
                <a:lnTo>
                  <a:pt x="168482" y="13466"/>
                </a:lnTo>
                <a:lnTo>
                  <a:pt x="162515" y="8569"/>
                </a:lnTo>
                <a:lnTo>
                  <a:pt x="8417" y="8506"/>
                </a:lnTo>
                <a:lnTo>
                  <a:pt x="0" y="105"/>
                </a:lnTo>
                <a:lnTo>
                  <a:pt x="25964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75" name="Google Shape;375;p28"/>
          <p:cNvSpPr/>
          <p:nvPr/>
        </p:nvSpPr>
        <p:spPr>
          <a:xfrm flipH="1">
            <a:off x="366350" y="3214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76" name="Google Shape;376;p28"/>
          <p:cNvSpPr/>
          <p:nvPr/>
        </p:nvSpPr>
        <p:spPr>
          <a:xfrm flipH="1">
            <a:off x="314750" y="373050"/>
            <a:ext cx="51600" cy="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377" name="Google Shape;377;p28"/>
          <p:cNvSpPr/>
          <p:nvPr/>
        </p:nvSpPr>
        <p:spPr>
          <a:xfrm rot="10800000">
            <a:off x="-964" y="4793918"/>
            <a:ext cx="6577164" cy="363882"/>
          </a:xfrm>
          <a:custGeom>
            <a:avLst/>
            <a:gdLst/>
            <a:ahLst/>
            <a:cxnLst/>
            <a:rect l="l" t="t" r="r" b="b"/>
            <a:pathLst>
              <a:path w="263429" h="17488" extrusionOk="0">
                <a:moveTo>
                  <a:pt x="0" y="0"/>
                </a:moveTo>
                <a:lnTo>
                  <a:pt x="17001" y="17488"/>
                </a:lnTo>
                <a:lnTo>
                  <a:pt x="263429" y="17488"/>
                </a:lnTo>
                <a:lnTo>
                  <a:pt x="263423" y="5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78" name="Google Shape;378;p28"/>
          <p:cNvSpPr txBox="1">
            <a:spLocks noGrp="1"/>
          </p:cNvSpPr>
          <p:nvPr>
            <p:ph type="subTitle" idx="2"/>
          </p:nvPr>
        </p:nvSpPr>
        <p:spPr>
          <a:xfrm>
            <a:off x="0" y="4793925"/>
            <a:ext cx="3396600" cy="3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unito Sans"/>
              <a:buNone/>
              <a:defRPr sz="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8511538" y="466575"/>
            <a:ext cx="434700" cy="4347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380" name="Google Shape;380;p28"/>
          <p:cNvCxnSpPr/>
          <p:nvPr/>
        </p:nvCxnSpPr>
        <p:spPr>
          <a:xfrm>
            <a:off x="8629513" y="683888"/>
            <a:ext cx="198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28"/>
          <p:cNvSpPr/>
          <p:nvPr/>
        </p:nvSpPr>
        <p:spPr>
          <a:xfrm>
            <a:off x="8712495" y="589247"/>
            <a:ext cx="115699" cy="189292"/>
          </a:xfrm>
          <a:custGeom>
            <a:avLst/>
            <a:gdLst/>
            <a:ahLst/>
            <a:cxnLst/>
            <a:rect l="l" t="t" r="r" b="b"/>
            <a:pathLst>
              <a:path w="6331" h="10358" extrusionOk="0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382" name="Google Shape;382;p28"/>
          <p:cNvGrpSpPr/>
          <p:nvPr/>
        </p:nvGrpSpPr>
        <p:grpSpPr>
          <a:xfrm>
            <a:off x="8559750" y="4772568"/>
            <a:ext cx="421198" cy="204679"/>
            <a:chOff x="11850318" y="3789737"/>
            <a:chExt cx="689584" cy="335100"/>
          </a:xfrm>
        </p:grpSpPr>
        <p:sp>
          <p:nvSpPr>
            <p:cNvPr id="383" name="Google Shape;383;p28"/>
            <p:cNvSpPr/>
            <p:nvPr/>
          </p:nvSpPr>
          <p:spPr>
            <a:xfrm>
              <a:off x="11850318" y="3789737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12278002" y="3789737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12075098" y="3789737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endParaRPr>
            </a:p>
          </p:txBody>
        </p:sp>
      </p:grpSp>
      <p:sp>
        <p:nvSpPr>
          <p:cNvPr id="386" name="Google Shape;386;p28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5827500" cy="12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x4 columns - Alt 2">
  <p:cSld name="CUSTOM_4_1_1_1_3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9" name="Google Shape;389;p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2"/>
          </p:nvPr>
        </p:nvSpPr>
        <p:spPr>
          <a:xfrm>
            <a:off x="783550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title"/>
          </p:nvPr>
        </p:nvSpPr>
        <p:spPr>
          <a:xfrm>
            <a:off x="783550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392" name="Google Shape;392;p29"/>
          <p:cNvSpPr txBox="1">
            <a:spLocks noGrp="1"/>
          </p:cNvSpPr>
          <p:nvPr>
            <p:ph type="subTitle" idx="3"/>
          </p:nvPr>
        </p:nvSpPr>
        <p:spPr>
          <a:xfrm>
            <a:off x="78355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393" name="Google Shape;393;p29"/>
          <p:cNvSpPr txBox="1">
            <a:spLocks noGrp="1"/>
          </p:cNvSpPr>
          <p:nvPr>
            <p:ph type="subTitle" idx="4"/>
          </p:nvPr>
        </p:nvSpPr>
        <p:spPr>
          <a:xfrm>
            <a:off x="2667277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394" name="Google Shape;394;p29"/>
          <p:cNvSpPr txBox="1">
            <a:spLocks noGrp="1"/>
          </p:cNvSpPr>
          <p:nvPr>
            <p:ph type="title" idx="5"/>
          </p:nvPr>
        </p:nvSpPr>
        <p:spPr>
          <a:xfrm>
            <a:off x="2667263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395" name="Google Shape;395;p29"/>
          <p:cNvSpPr txBox="1">
            <a:spLocks noGrp="1"/>
          </p:cNvSpPr>
          <p:nvPr>
            <p:ph type="subTitle" idx="6"/>
          </p:nvPr>
        </p:nvSpPr>
        <p:spPr>
          <a:xfrm>
            <a:off x="2667275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396" name="Google Shape;396;p29"/>
          <p:cNvSpPr txBox="1">
            <a:spLocks noGrp="1"/>
          </p:cNvSpPr>
          <p:nvPr>
            <p:ph type="subTitle" idx="7"/>
          </p:nvPr>
        </p:nvSpPr>
        <p:spPr>
          <a:xfrm>
            <a:off x="4780601" y="2859525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397" name="Google Shape;397;p29"/>
          <p:cNvSpPr txBox="1">
            <a:spLocks noGrp="1"/>
          </p:cNvSpPr>
          <p:nvPr>
            <p:ph type="title" idx="8"/>
          </p:nvPr>
        </p:nvSpPr>
        <p:spPr>
          <a:xfrm>
            <a:off x="4780588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subTitle" idx="9"/>
          </p:nvPr>
        </p:nvSpPr>
        <p:spPr>
          <a:xfrm>
            <a:off x="478060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399" name="Google Shape;399;p29"/>
          <p:cNvSpPr txBox="1">
            <a:spLocks noGrp="1"/>
          </p:cNvSpPr>
          <p:nvPr>
            <p:ph type="subTitle" idx="13"/>
          </p:nvPr>
        </p:nvSpPr>
        <p:spPr>
          <a:xfrm>
            <a:off x="6893250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title" idx="14"/>
          </p:nvPr>
        </p:nvSpPr>
        <p:spPr>
          <a:xfrm>
            <a:off x="6893250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401" name="Google Shape;401;p29"/>
          <p:cNvSpPr txBox="1">
            <a:spLocks noGrp="1"/>
          </p:cNvSpPr>
          <p:nvPr>
            <p:ph type="subTitle" idx="15"/>
          </p:nvPr>
        </p:nvSpPr>
        <p:spPr>
          <a:xfrm>
            <a:off x="689325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402" name="Google Shape;402;p29"/>
          <p:cNvSpPr txBox="1">
            <a:spLocks noGrp="1"/>
          </p:cNvSpPr>
          <p:nvPr>
            <p:ph type="ctrTitle" idx="16"/>
          </p:nvPr>
        </p:nvSpPr>
        <p:spPr>
          <a:xfrm>
            <a:off x="335400" y="466575"/>
            <a:ext cx="4267500" cy="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403" name="Google Shape;403;p29"/>
          <p:cNvGrpSpPr/>
          <p:nvPr/>
        </p:nvGrpSpPr>
        <p:grpSpPr>
          <a:xfrm>
            <a:off x="8867176" y="97091"/>
            <a:ext cx="158272" cy="138318"/>
            <a:chOff x="8834250" y="614850"/>
            <a:chExt cx="221700" cy="193750"/>
          </a:xfrm>
        </p:grpSpPr>
        <p:cxnSp>
          <p:nvCxnSpPr>
            <p:cNvPr id="404" name="Google Shape;404;p29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29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29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x4 columns - Alt 1">
  <p:cSld name="CUSTOM_4_1_1_1">
    <p:bg>
      <p:bgPr>
        <a:solidFill>
          <a:schemeClr val="dk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subTitle" idx="2"/>
          </p:nvPr>
        </p:nvSpPr>
        <p:spPr>
          <a:xfrm>
            <a:off x="783550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410" name="Google Shape;410;p30"/>
          <p:cNvSpPr txBox="1">
            <a:spLocks noGrp="1"/>
          </p:cNvSpPr>
          <p:nvPr>
            <p:ph type="title"/>
          </p:nvPr>
        </p:nvSpPr>
        <p:spPr>
          <a:xfrm>
            <a:off x="783550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411" name="Google Shape;411;p30"/>
          <p:cNvSpPr txBox="1">
            <a:spLocks noGrp="1"/>
          </p:cNvSpPr>
          <p:nvPr>
            <p:ph type="subTitle" idx="3"/>
          </p:nvPr>
        </p:nvSpPr>
        <p:spPr>
          <a:xfrm>
            <a:off x="78355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412" name="Google Shape;412;p30"/>
          <p:cNvSpPr txBox="1">
            <a:spLocks noGrp="1"/>
          </p:cNvSpPr>
          <p:nvPr>
            <p:ph type="subTitle" idx="4"/>
          </p:nvPr>
        </p:nvSpPr>
        <p:spPr>
          <a:xfrm>
            <a:off x="2667277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413" name="Google Shape;413;p30"/>
          <p:cNvSpPr txBox="1">
            <a:spLocks noGrp="1"/>
          </p:cNvSpPr>
          <p:nvPr>
            <p:ph type="title" idx="5"/>
          </p:nvPr>
        </p:nvSpPr>
        <p:spPr>
          <a:xfrm>
            <a:off x="2667263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414" name="Google Shape;414;p30"/>
          <p:cNvSpPr txBox="1">
            <a:spLocks noGrp="1"/>
          </p:cNvSpPr>
          <p:nvPr>
            <p:ph type="subTitle" idx="6"/>
          </p:nvPr>
        </p:nvSpPr>
        <p:spPr>
          <a:xfrm>
            <a:off x="2667275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415" name="Google Shape;415;p30"/>
          <p:cNvSpPr txBox="1">
            <a:spLocks noGrp="1"/>
          </p:cNvSpPr>
          <p:nvPr>
            <p:ph type="subTitle" idx="7"/>
          </p:nvPr>
        </p:nvSpPr>
        <p:spPr>
          <a:xfrm>
            <a:off x="4780601" y="2859525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416" name="Google Shape;416;p30"/>
          <p:cNvSpPr txBox="1">
            <a:spLocks noGrp="1"/>
          </p:cNvSpPr>
          <p:nvPr>
            <p:ph type="title" idx="8"/>
          </p:nvPr>
        </p:nvSpPr>
        <p:spPr>
          <a:xfrm>
            <a:off x="4780588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omorrow Light"/>
              <a:buNone/>
              <a:defRPr sz="36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417" name="Google Shape;417;p30"/>
          <p:cNvSpPr txBox="1">
            <a:spLocks noGrp="1"/>
          </p:cNvSpPr>
          <p:nvPr>
            <p:ph type="subTitle" idx="9"/>
          </p:nvPr>
        </p:nvSpPr>
        <p:spPr>
          <a:xfrm>
            <a:off x="478060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ExtraLight"/>
              <a:buNone/>
              <a:defRPr sz="1000"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418" name="Google Shape;418;p30"/>
          <p:cNvSpPr txBox="1">
            <a:spLocks noGrp="1"/>
          </p:cNvSpPr>
          <p:nvPr>
            <p:ph type="subTitle" idx="13"/>
          </p:nvPr>
        </p:nvSpPr>
        <p:spPr>
          <a:xfrm>
            <a:off x="6893250" y="286640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419" name="Google Shape;419;p30"/>
          <p:cNvSpPr txBox="1">
            <a:spLocks noGrp="1"/>
          </p:cNvSpPr>
          <p:nvPr>
            <p:ph type="title" idx="14"/>
          </p:nvPr>
        </p:nvSpPr>
        <p:spPr>
          <a:xfrm>
            <a:off x="6893250" y="190700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omorrow Light"/>
              <a:buNone/>
              <a:defRPr sz="3600">
                <a:solidFill>
                  <a:schemeClr val="dk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420" name="Google Shape;420;p30"/>
          <p:cNvSpPr txBox="1">
            <a:spLocks noGrp="1"/>
          </p:cNvSpPr>
          <p:nvPr>
            <p:ph type="subTitle" idx="15"/>
          </p:nvPr>
        </p:nvSpPr>
        <p:spPr>
          <a:xfrm>
            <a:off x="6893250" y="2541975"/>
            <a:ext cx="1666200" cy="282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Sans ExtraLight"/>
              <a:buNone/>
              <a:defRPr sz="1000"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421" name="Google Shape;421;p30"/>
          <p:cNvSpPr txBox="1">
            <a:spLocks noGrp="1"/>
          </p:cNvSpPr>
          <p:nvPr>
            <p:ph type="ctrTitle" idx="16"/>
          </p:nvPr>
        </p:nvSpPr>
        <p:spPr>
          <a:xfrm>
            <a:off x="335400" y="466575"/>
            <a:ext cx="4267500" cy="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22" name="Google Shape;422;p30"/>
          <p:cNvCxnSpPr/>
          <p:nvPr/>
        </p:nvCxnSpPr>
        <p:spPr>
          <a:xfrm rot="10800000">
            <a:off x="-3175" y="330025"/>
            <a:ext cx="914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3" name="Google Shape;423;p30"/>
          <p:cNvGrpSpPr/>
          <p:nvPr/>
        </p:nvGrpSpPr>
        <p:grpSpPr>
          <a:xfrm>
            <a:off x="8867176" y="97091"/>
            <a:ext cx="158272" cy="138318"/>
            <a:chOff x="8834250" y="614850"/>
            <a:chExt cx="221700" cy="193750"/>
          </a:xfrm>
        </p:grpSpPr>
        <p:cxnSp>
          <p:nvCxnSpPr>
            <p:cNvPr id="424" name="Google Shape;424;p30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5" name="Google Shape;425;p30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6" name="Google Shape;426;p30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CUSTOM_7">
    <p:bg>
      <p:bgPr>
        <a:solidFill>
          <a:schemeClr val="dk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1"/>
          <p:cNvSpPr>
            <a:spLocks noGrp="1"/>
          </p:cNvSpPr>
          <p:nvPr>
            <p:ph type="pic" idx="2"/>
          </p:nvPr>
        </p:nvSpPr>
        <p:spPr>
          <a:xfrm>
            <a:off x="-8275" y="327473"/>
            <a:ext cx="9156900" cy="10740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1"/>
          <p:cNvSpPr txBox="1">
            <a:spLocks noGrp="1"/>
          </p:cNvSpPr>
          <p:nvPr>
            <p:ph type="ctrTitle"/>
          </p:nvPr>
        </p:nvSpPr>
        <p:spPr>
          <a:xfrm>
            <a:off x="348550" y="3716550"/>
            <a:ext cx="8601300" cy="12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500"/>
              <a:buFont typeface="Tomorrow Light"/>
              <a:buNone/>
              <a:defRPr sz="7500">
                <a:solidFill>
                  <a:schemeClr val="accent2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430" name="Google Shape;430;p31"/>
          <p:cNvGrpSpPr/>
          <p:nvPr/>
        </p:nvGrpSpPr>
        <p:grpSpPr>
          <a:xfrm>
            <a:off x="-125" y="905150"/>
            <a:ext cx="9144000" cy="1059450"/>
            <a:chOff x="-125" y="905150"/>
            <a:chExt cx="9144000" cy="1059450"/>
          </a:xfrm>
        </p:grpSpPr>
        <p:sp>
          <p:nvSpPr>
            <p:cNvPr id="431" name="Google Shape;431;p31"/>
            <p:cNvSpPr/>
            <p:nvPr/>
          </p:nvSpPr>
          <p:spPr>
            <a:xfrm>
              <a:off x="7560775" y="948500"/>
              <a:ext cx="1583100" cy="1016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 rot="-5400000">
              <a:off x="6753478" y="1032550"/>
              <a:ext cx="885000" cy="729600"/>
            </a:xfrm>
            <a:prstGeom prst="rtTriangl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-125" y="905150"/>
              <a:ext cx="765000" cy="618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34" name="Google Shape;434;p31"/>
          <p:cNvSpPr txBox="1">
            <a:spLocks noGrp="1"/>
          </p:cNvSpPr>
          <p:nvPr>
            <p:ph type="subTitle" idx="1"/>
          </p:nvPr>
        </p:nvSpPr>
        <p:spPr>
          <a:xfrm>
            <a:off x="3745100" y="2454450"/>
            <a:ext cx="1902600" cy="11859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subTitle" idx="4"/>
          </p:nvPr>
        </p:nvSpPr>
        <p:spPr>
          <a:xfrm>
            <a:off x="5807000" y="2454450"/>
            <a:ext cx="1902600" cy="11859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unito Sa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subTitle" idx="5"/>
          </p:nvPr>
        </p:nvSpPr>
        <p:spPr>
          <a:xfrm>
            <a:off x="335050" y="1836125"/>
            <a:ext cx="2997900" cy="18183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438" name="Google Shape;438;p31"/>
          <p:cNvGrpSpPr/>
          <p:nvPr/>
        </p:nvGrpSpPr>
        <p:grpSpPr>
          <a:xfrm>
            <a:off x="7750261" y="1274228"/>
            <a:ext cx="122400" cy="116553"/>
            <a:chOff x="3572661" y="1653028"/>
            <a:chExt cx="122400" cy="116553"/>
          </a:xfrm>
        </p:grpSpPr>
        <p:cxnSp>
          <p:nvCxnSpPr>
            <p:cNvPr id="439" name="Google Shape;439;p31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0" name="Google Shape;440;p31"/>
            <p:cNvSpPr/>
            <p:nvPr/>
          </p:nvSpPr>
          <p:spPr>
            <a:xfrm>
              <a:off x="3623751" y="1653028"/>
              <a:ext cx="71240" cy="116553"/>
            </a:xfrm>
            <a:custGeom>
              <a:avLst/>
              <a:gdLst/>
              <a:ahLst/>
              <a:cxnLst/>
              <a:rect l="l" t="t" r="r" b="b"/>
              <a:pathLst>
                <a:path w="6331" h="10358" extrusionOk="0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441" name="Google Shape;441;p31"/>
          <p:cNvGrpSpPr/>
          <p:nvPr/>
        </p:nvGrpSpPr>
        <p:grpSpPr>
          <a:xfrm>
            <a:off x="8207461" y="1274228"/>
            <a:ext cx="122400" cy="116553"/>
            <a:chOff x="3572661" y="1653028"/>
            <a:chExt cx="122400" cy="116553"/>
          </a:xfrm>
        </p:grpSpPr>
        <p:cxnSp>
          <p:nvCxnSpPr>
            <p:cNvPr id="442" name="Google Shape;442;p31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3" name="Google Shape;443;p31"/>
            <p:cNvSpPr/>
            <p:nvPr/>
          </p:nvSpPr>
          <p:spPr>
            <a:xfrm>
              <a:off x="3623751" y="1653028"/>
              <a:ext cx="71240" cy="116553"/>
            </a:xfrm>
            <a:custGeom>
              <a:avLst/>
              <a:gdLst/>
              <a:ahLst/>
              <a:cxnLst/>
              <a:rect l="l" t="t" r="r" b="b"/>
              <a:pathLst>
                <a:path w="6331" h="10358" extrusionOk="0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444" name="Google Shape;444;p31"/>
          <p:cNvGrpSpPr/>
          <p:nvPr/>
        </p:nvGrpSpPr>
        <p:grpSpPr>
          <a:xfrm>
            <a:off x="8664661" y="1274228"/>
            <a:ext cx="122400" cy="116553"/>
            <a:chOff x="3572661" y="1653028"/>
            <a:chExt cx="122400" cy="116553"/>
          </a:xfrm>
        </p:grpSpPr>
        <p:cxnSp>
          <p:nvCxnSpPr>
            <p:cNvPr id="445" name="Google Shape;445;p31"/>
            <p:cNvCxnSpPr/>
            <p:nvPr/>
          </p:nvCxnSpPr>
          <p:spPr>
            <a:xfrm>
              <a:off x="3572661" y="1711296"/>
              <a:ext cx="12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6" name="Google Shape;446;p31"/>
            <p:cNvSpPr/>
            <p:nvPr/>
          </p:nvSpPr>
          <p:spPr>
            <a:xfrm>
              <a:off x="3623751" y="1653028"/>
              <a:ext cx="71240" cy="116553"/>
            </a:xfrm>
            <a:custGeom>
              <a:avLst/>
              <a:gdLst/>
              <a:ahLst/>
              <a:cxnLst/>
              <a:rect l="l" t="t" r="r" b="b"/>
              <a:pathLst>
                <a:path w="6331" h="10358" extrusionOk="0">
                  <a:moveTo>
                    <a:pt x="0" y="0"/>
                  </a:moveTo>
                  <a:cubicBezTo>
                    <a:pt x="1055" y="831"/>
                    <a:pt x="6322" y="3261"/>
                    <a:pt x="6331" y="4987"/>
                  </a:cubicBezTo>
                  <a:cubicBezTo>
                    <a:pt x="6340" y="6713"/>
                    <a:pt x="1102" y="9463"/>
                    <a:pt x="56" y="1035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47" name="Google Shape;447;p31"/>
          <p:cNvSpPr/>
          <p:nvPr/>
        </p:nvSpPr>
        <p:spPr>
          <a:xfrm rot="-5400000">
            <a:off x="335050" y="1487900"/>
            <a:ext cx="13500" cy="13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48" name="Google Shape;448;p31"/>
          <p:cNvSpPr/>
          <p:nvPr/>
        </p:nvSpPr>
        <p:spPr>
          <a:xfrm rot="-5400000">
            <a:off x="335050" y="1716500"/>
            <a:ext cx="13500" cy="13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49" name="Google Shape;449;p31"/>
          <p:cNvSpPr/>
          <p:nvPr/>
        </p:nvSpPr>
        <p:spPr>
          <a:xfrm rot="-5400000">
            <a:off x="335050" y="1945100"/>
            <a:ext cx="13500" cy="13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50" name="Google Shape;450;p31"/>
          <p:cNvSpPr/>
          <p:nvPr/>
        </p:nvSpPr>
        <p:spPr>
          <a:xfrm rot="-5400000">
            <a:off x="335050" y="2173700"/>
            <a:ext cx="13500" cy="13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451" name="Google Shape;451;p31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452" name="Google Shape;452;p31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453" name="Google Shape;453;p31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454" name="Google Shape;454;p31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5" name="Google Shape;455;p31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6" name="Google Shape;456;p31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- Alt 2">
  <p:cSld name="CUSTOM_7_1">
    <p:bg>
      <p:bgPr>
        <a:solidFill>
          <a:schemeClr val="lt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>
            <a:spLocks noGrp="1"/>
          </p:cNvSpPr>
          <p:nvPr>
            <p:ph type="pic" idx="2"/>
          </p:nvPr>
        </p:nvSpPr>
        <p:spPr>
          <a:xfrm>
            <a:off x="0" y="330000"/>
            <a:ext cx="9134100" cy="151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32"/>
          <p:cNvSpPr txBox="1">
            <a:spLocks noGrp="1"/>
          </p:cNvSpPr>
          <p:nvPr>
            <p:ph type="ctrTitle"/>
          </p:nvPr>
        </p:nvSpPr>
        <p:spPr>
          <a:xfrm>
            <a:off x="348550" y="3716550"/>
            <a:ext cx="8601300" cy="12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Font typeface="Tomorrow Light"/>
              <a:buNone/>
              <a:defRPr sz="75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ubTitle" idx="1"/>
          </p:nvPr>
        </p:nvSpPr>
        <p:spPr>
          <a:xfrm>
            <a:off x="3745100" y="2378250"/>
            <a:ext cx="1902600" cy="11859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1" name="Google Shape;461;p32"/>
          <p:cNvSpPr/>
          <p:nvPr/>
        </p:nvSpPr>
        <p:spPr>
          <a:xfrm>
            <a:off x="-125" y="2600"/>
            <a:ext cx="91440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62" name="Google Shape;462;p32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463" name="Google Shape;463;p32"/>
          <p:cNvSpPr txBox="1">
            <a:spLocks noGrp="1"/>
          </p:cNvSpPr>
          <p:nvPr>
            <p:ph type="subTitle" idx="4"/>
          </p:nvPr>
        </p:nvSpPr>
        <p:spPr>
          <a:xfrm>
            <a:off x="5807000" y="2378250"/>
            <a:ext cx="1902600" cy="11859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4" name="Google Shape;464;p32"/>
          <p:cNvSpPr txBox="1">
            <a:spLocks noGrp="1"/>
          </p:cNvSpPr>
          <p:nvPr>
            <p:ph type="subTitle" idx="5"/>
          </p:nvPr>
        </p:nvSpPr>
        <p:spPr>
          <a:xfrm>
            <a:off x="335050" y="1745850"/>
            <a:ext cx="2997900" cy="1818300"/>
          </a:xfrm>
          <a:prstGeom prst="rect">
            <a:avLst/>
          </a:prstGeom>
        </p:spPr>
        <p:txBody>
          <a:bodyPr spcFirstLastPara="1" wrap="square" lIns="18000" tIns="91425" rIns="91425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32"/>
          <p:cNvSpPr/>
          <p:nvPr/>
        </p:nvSpPr>
        <p:spPr>
          <a:xfrm>
            <a:off x="-125" y="1515175"/>
            <a:ext cx="4520700" cy="50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8819475" y="1127200"/>
            <a:ext cx="324600" cy="10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4515425" y="1519925"/>
            <a:ext cx="408300" cy="330000"/>
          </a:xfrm>
          <a:prstGeom prst="rtTriangl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2"/>
          <p:cNvSpPr/>
          <p:nvPr/>
        </p:nvSpPr>
        <p:spPr>
          <a:xfrm rot="-5400000">
            <a:off x="8012178" y="1211250"/>
            <a:ext cx="885000" cy="729600"/>
          </a:xfrm>
          <a:prstGeom prst="rtTriangl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469" name="Google Shape;469;p32"/>
          <p:cNvCxnSpPr/>
          <p:nvPr/>
        </p:nvCxnSpPr>
        <p:spPr>
          <a:xfrm>
            <a:off x="8442400" y="-2200"/>
            <a:ext cx="0" cy="332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0" name="Google Shape;470;p32"/>
          <p:cNvCxnSpPr/>
          <p:nvPr/>
        </p:nvCxnSpPr>
        <p:spPr>
          <a:xfrm>
            <a:off x="8801100" y="-2182"/>
            <a:ext cx="0" cy="3321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1" name="Google Shape;471;p32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72" name="Google Shape;472;p32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">
  <p:cSld name="BLANK_1_1_1_1_1">
    <p:bg>
      <p:bgPr>
        <a:solidFill>
          <a:schemeClr val="accent5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3"/>
          <p:cNvGrpSpPr/>
          <p:nvPr/>
        </p:nvGrpSpPr>
        <p:grpSpPr>
          <a:xfrm>
            <a:off x="3579679" y="259811"/>
            <a:ext cx="5325903" cy="4883714"/>
            <a:chOff x="11786836" y="3311675"/>
            <a:chExt cx="486735" cy="335100"/>
          </a:xfrm>
        </p:grpSpPr>
        <p:sp>
          <p:nvSpPr>
            <p:cNvPr id="475" name="Google Shape;475;p33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name="adj" fmla="val 67909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12011671" y="3311675"/>
              <a:ext cx="261900" cy="335100"/>
            </a:xfrm>
            <a:prstGeom prst="chevron">
              <a:avLst>
                <a:gd name="adj" fmla="val 67909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77" name="Google Shape;477;p33"/>
          <p:cNvSpPr/>
          <p:nvPr/>
        </p:nvSpPr>
        <p:spPr>
          <a:xfrm>
            <a:off x="-4825" y="-2175"/>
            <a:ext cx="91587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78" name="Google Shape;478;p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79" name="Google Shape;479;p33"/>
          <p:cNvGrpSpPr/>
          <p:nvPr/>
        </p:nvGrpSpPr>
        <p:grpSpPr>
          <a:xfrm>
            <a:off x="8836188" y="4326431"/>
            <a:ext cx="47011" cy="583672"/>
            <a:chOff x="1520071" y="2028093"/>
            <a:chExt cx="80100" cy="994500"/>
          </a:xfrm>
        </p:grpSpPr>
        <p:sp>
          <p:nvSpPr>
            <p:cNvPr id="480" name="Google Shape;480;p33"/>
            <p:cNvSpPr/>
            <p:nvPr/>
          </p:nvSpPr>
          <p:spPr>
            <a:xfrm>
              <a:off x="1520071" y="2028093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520071" y="2256693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1520071" y="2485293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1520071" y="2713893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1520071" y="2942493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85" name="Google Shape;485;p33"/>
          <p:cNvSpPr txBox="1">
            <a:spLocks noGrp="1"/>
          </p:cNvSpPr>
          <p:nvPr>
            <p:ph type="ctrTitle"/>
          </p:nvPr>
        </p:nvSpPr>
        <p:spPr>
          <a:xfrm>
            <a:off x="311700" y="2715975"/>
            <a:ext cx="5444400" cy="22146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500"/>
              <a:buFont typeface="Tomorrow Light"/>
              <a:buNone/>
              <a:defRPr sz="75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6" name="Google Shape;486;p33"/>
          <p:cNvSpPr txBox="1">
            <a:spLocks noGrp="1"/>
          </p:cNvSpPr>
          <p:nvPr>
            <p:ph type="subTitle" idx="2"/>
          </p:nvPr>
        </p:nvSpPr>
        <p:spPr>
          <a:xfrm>
            <a:off x="339475" y="681200"/>
            <a:ext cx="5416800" cy="151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488" name="Google Shape;488;p33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489" name="Google Shape;489;p33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33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CUSTOM_5">
    <p:bg>
      <p:bgPr>
        <a:solidFill>
          <a:schemeClr val="accent5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2583000" cy="1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493" name="Google Shape;493;p34"/>
          <p:cNvSpPr txBox="1">
            <a:spLocks noGrp="1"/>
          </p:cNvSpPr>
          <p:nvPr>
            <p:ph type="subTitle" idx="1"/>
          </p:nvPr>
        </p:nvSpPr>
        <p:spPr>
          <a:xfrm>
            <a:off x="3210725" y="667125"/>
            <a:ext cx="2289000" cy="6324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494" name="Google Shape;494;p34"/>
          <p:cNvSpPr txBox="1">
            <a:spLocks noGrp="1"/>
          </p:cNvSpPr>
          <p:nvPr>
            <p:ph type="subTitle" idx="2"/>
          </p:nvPr>
        </p:nvSpPr>
        <p:spPr>
          <a:xfrm>
            <a:off x="150000" y="1817674"/>
            <a:ext cx="1986900" cy="53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subTitle" idx="3"/>
          </p:nvPr>
        </p:nvSpPr>
        <p:spPr>
          <a:xfrm>
            <a:off x="2435088" y="1817674"/>
            <a:ext cx="1986900" cy="53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ubTitle" idx="4"/>
          </p:nvPr>
        </p:nvSpPr>
        <p:spPr>
          <a:xfrm>
            <a:off x="4737315" y="1817674"/>
            <a:ext cx="1986900" cy="53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497" name="Google Shape;497;p34"/>
          <p:cNvSpPr txBox="1">
            <a:spLocks noGrp="1"/>
          </p:cNvSpPr>
          <p:nvPr>
            <p:ph type="subTitle" idx="5"/>
          </p:nvPr>
        </p:nvSpPr>
        <p:spPr>
          <a:xfrm>
            <a:off x="7040950" y="1817674"/>
            <a:ext cx="1986900" cy="53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1867775" y="1260953"/>
            <a:ext cx="158400" cy="1584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499" name="Google Shape;499;p34"/>
          <p:cNvCxnSpPr/>
          <p:nvPr/>
        </p:nvCxnSpPr>
        <p:spPr>
          <a:xfrm>
            <a:off x="1910721" y="1340059"/>
            <a:ext cx="72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0" name="Google Shape;500;p34"/>
          <p:cNvSpPr/>
          <p:nvPr/>
        </p:nvSpPr>
        <p:spPr>
          <a:xfrm>
            <a:off x="1940928" y="1305608"/>
            <a:ext cx="42117" cy="68907"/>
          </a:xfrm>
          <a:custGeom>
            <a:avLst/>
            <a:gdLst/>
            <a:ahLst/>
            <a:cxnLst/>
            <a:rect l="l" t="t" r="r" b="b"/>
            <a:pathLst>
              <a:path w="6331" h="10358" extrusionOk="0">
                <a:moveTo>
                  <a:pt x="0" y="0"/>
                </a:moveTo>
                <a:cubicBezTo>
                  <a:pt x="1055" y="831"/>
                  <a:pt x="6322" y="3261"/>
                  <a:pt x="6331" y="4987"/>
                </a:cubicBezTo>
                <a:cubicBezTo>
                  <a:pt x="6340" y="6713"/>
                  <a:pt x="1102" y="9463"/>
                  <a:pt x="56" y="10358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1" name="Google Shape;501;p34"/>
          <p:cNvSpPr/>
          <p:nvPr/>
        </p:nvSpPr>
        <p:spPr>
          <a:xfrm>
            <a:off x="15755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2" name="Google Shape;502;p34"/>
          <p:cNvSpPr/>
          <p:nvPr/>
        </p:nvSpPr>
        <p:spPr>
          <a:xfrm>
            <a:off x="13469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3" name="Google Shape;503;p34"/>
          <p:cNvSpPr/>
          <p:nvPr/>
        </p:nvSpPr>
        <p:spPr>
          <a:xfrm>
            <a:off x="11183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4" name="Google Shape;504;p34"/>
          <p:cNvSpPr/>
          <p:nvPr/>
        </p:nvSpPr>
        <p:spPr>
          <a:xfrm>
            <a:off x="8897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5" name="Google Shape;505;p34"/>
          <p:cNvSpPr/>
          <p:nvPr/>
        </p:nvSpPr>
        <p:spPr>
          <a:xfrm>
            <a:off x="6611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432550" y="1333400"/>
            <a:ext cx="13500" cy="13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7" name="Google Shape;507;p34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8" name="Google Shape;508;p34"/>
          <p:cNvSpPr txBox="1">
            <a:spLocks noGrp="1"/>
          </p:cNvSpPr>
          <p:nvPr>
            <p:ph type="subTitle" idx="6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 Sans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10" name="Google Shape;510;p34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511" name="Google Shape;511;p34"/>
          <p:cNvCxnSpPr/>
          <p:nvPr/>
        </p:nvCxnSpPr>
        <p:spPr>
          <a:xfrm>
            <a:off x="8442400" y="-2200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2" name="Google Shape;512;p34"/>
          <p:cNvCxnSpPr/>
          <p:nvPr/>
        </p:nvCxnSpPr>
        <p:spPr>
          <a:xfrm>
            <a:off x="8801100" y="-2182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">
  <p:cSld name="CUSTOM_21"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35" descr="A man works on a computer inside a spacious hangar-like office. "/>
          <p:cNvPicPr preferRelativeResize="0"/>
          <p:nvPr/>
        </p:nvPicPr>
        <p:blipFill rotWithShape="1">
          <a:blip r:embed="rId2">
            <a:alphaModFix amt="50000"/>
          </a:blip>
          <a:srcRect l="504" t="6501" r="593" b="10032"/>
          <a:stretch/>
        </p:blipFill>
        <p:spPr>
          <a:xfrm>
            <a:off x="-18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5"/>
          <p:cNvSpPr/>
          <p:nvPr/>
        </p:nvSpPr>
        <p:spPr>
          <a:xfrm>
            <a:off x="0" y="-12725"/>
            <a:ext cx="8695500" cy="51519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16" name="Google Shape;516;p35"/>
          <p:cNvSpPr txBox="1">
            <a:spLocks noGrp="1"/>
          </p:cNvSpPr>
          <p:nvPr>
            <p:ph type="ctrTitle"/>
          </p:nvPr>
        </p:nvSpPr>
        <p:spPr>
          <a:xfrm>
            <a:off x="311700" y="2878000"/>
            <a:ext cx="6591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omorrow Light"/>
              <a:buNone/>
              <a:defRPr sz="75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7" name="Google Shape;517;p35"/>
          <p:cNvSpPr txBox="1">
            <a:spLocks noGrp="1"/>
          </p:cNvSpPr>
          <p:nvPr>
            <p:ph type="subTitle" idx="1"/>
          </p:nvPr>
        </p:nvSpPr>
        <p:spPr>
          <a:xfrm>
            <a:off x="311700" y="2254075"/>
            <a:ext cx="59244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unito Sans Medium"/>
              <a:buNone/>
              <a:defRPr sz="15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 Medium"/>
              <a:buNone/>
              <a:defRPr sz="1000">
                <a:solidFill>
                  <a:schemeClr val="accen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18" name="Google Shape;518;p35"/>
          <p:cNvSpPr txBox="1">
            <a:spLocks noGrp="1"/>
          </p:cNvSpPr>
          <p:nvPr>
            <p:ph type="subTitle" idx="2"/>
          </p:nvPr>
        </p:nvSpPr>
        <p:spPr>
          <a:xfrm>
            <a:off x="311700" y="586200"/>
            <a:ext cx="59244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Medium"/>
              <a:buNone/>
              <a:defRPr sz="10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cxnSp>
        <p:nvCxnSpPr>
          <p:cNvPr id="519" name="Google Shape;519;p35"/>
          <p:cNvCxnSpPr/>
          <p:nvPr/>
        </p:nvCxnSpPr>
        <p:spPr>
          <a:xfrm rot="10800000">
            <a:off x="-3175" y="330025"/>
            <a:ext cx="914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0" name="Google Shape;520;p35"/>
          <p:cNvGrpSpPr/>
          <p:nvPr/>
        </p:nvGrpSpPr>
        <p:grpSpPr>
          <a:xfrm rot="-5400000">
            <a:off x="8423456" y="-269850"/>
            <a:ext cx="153089" cy="854418"/>
            <a:chOff x="1495750" y="2304300"/>
            <a:chExt cx="128700" cy="718300"/>
          </a:xfrm>
        </p:grpSpPr>
        <p:sp>
          <p:nvSpPr>
            <p:cNvPr id="521" name="Google Shape;521;p35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cxnSp>
          <p:nvCxnSpPr>
            <p:cNvPr id="524" name="Google Shape;524;p35"/>
            <p:cNvCxnSpPr/>
            <p:nvPr/>
          </p:nvCxnSpPr>
          <p:spPr>
            <a:xfrm>
              <a:off x="1495750" y="3022600"/>
              <a:ext cx="128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25" name="Google Shape;525;p35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">
  <p:cSld name="CUSTOM_9">
    <p:bg>
      <p:bgPr>
        <a:solidFill>
          <a:schemeClr val="lt2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2579075" y="-2175"/>
            <a:ext cx="65649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 Light"/>
              <a:ea typeface="Tomorrow Light"/>
              <a:cs typeface="Tomorrow Light"/>
              <a:sym typeface="Tomorrow Light"/>
            </a:endParaRPr>
          </a:p>
        </p:txBody>
      </p:sp>
      <p:sp>
        <p:nvSpPr>
          <p:cNvPr id="528" name="Google Shape;528;p36"/>
          <p:cNvSpPr/>
          <p:nvPr/>
        </p:nvSpPr>
        <p:spPr>
          <a:xfrm rot="10800000" flipH="1">
            <a:off x="-4825" y="-1050"/>
            <a:ext cx="2583900" cy="5152500"/>
          </a:xfrm>
          <a:prstGeom prst="snip1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529" name="Google Shape;529;p36"/>
          <p:cNvSpPr/>
          <p:nvPr/>
        </p:nvSpPr>
        <p:spPr>
          <a:xfrm rot="10800000" flipH="1">
            <a:off x="157175" y="0"/>
            <a:ext cx="2259900" cy="4890300"/>
          </a:xfrm>
          <a:prstGeom prst="snip1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530" name="Google Shape;530;p36"/>
          <p:cNvSpPr txBox="1">
            <a:spLocks noGrp="1"/>
          </p:cNvSpPr>
          <p:nvPr>
            <p:ph type="title"/>
          </p:nvPr>
        </p:nvSpPr>
        <p:spPr>
          <a:xfrm>
            <a:off x="2924850" y="47115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subTitle" idx="1"/>
          </p:nvPr>
        </p:nvSpPr>
        <p:spPr>
          <a:xfrm>
            <a:off x="2924850" y="962325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2" name="Google Shape;532;p36"/>
          <p:cNvSpPr txBox="1">
            <a:spLocks noGrp="1"/>
          </p:cNvSpPr>
          <p:nvPr>
            <p:ph type="subTitle" idx="2"/>
          </p:nvPr>
        </p:nvSpPr>
        <p:spPr>
          <a:xfrm>
            <a:off x="2924850" y="2673746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3" name="Google Shape;533;p36"/>
          <p:cNvSpPr txBox="1">
            <a:spLocks noGrp="1"/>
          </p:cNvSpPr>
          <p:nvPr>
            <p:ph type="title" idx="3"/>
          </p:nvPr>
        </p:nvSpPr>
        <p:spPr>
          <a:xfrm>
            <a:off x="6038850" y="471150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Tomorrow"/>
              <a:buNone/>
              <a:defRPr sz="1500"/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subTitle" idx="4"/>
          </p:nvPr>
        </p:nvSpPr>
        <p:spPr>
          <a:xfrm>
            <a:off x="6038850" y="962325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5" name="Google Shape;535;p36"/>
          <p:cNvSpPr txBox="1">
            <a:spLocks noGrp="1"/>
          </p:cNvSpPr>
          <p:nvPr>
            <p:ph type="subTitle" idx="5"/>
          </p:nvPr>
        </p:nvSpPr>
        <p:spPr>
          <a:xfrm>
            <a:off x="6038850" y="2673746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6" name="Google Shape;536;p36"/>
          <p:cNvSpPr txBox="1">
            <a:spLocks noGrp="1"/>
          </p:cNvSpPr>
          <p:nvPr>
            <p:ph type="subTitle" idx="6"/>
          </p:nvPr>
        </p:nvSpPr>
        <p:spPr>
          <a:xfrm>
            <a:off x="2924850" y="138440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7" name="Google Shape;537;p36"/>
          <p:cNvSpPr txBox="1">
            <a:spLocks noGrp="1"/>
          </p:cNvSpPr>
          <p:nvPr>
            <p:ph type="subTitle" idx="7"/>
          </p:nvPr>
        </p:nvSpPr>
        <p:spPr>
          <a:xfrm>
            <a:off x="6038850" y="138440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8" name="Google Shape;538;p36"/>
          <p:cNvSpPr txBox="1">
            <a:spLocks noGrp="1"/>
          </p:cNvSpPr>
          <p:nvPr>
            <p:ph type="subTitle" idx="8"/>
          </p:nvPr>
        </p:nvSpPr>
        <p:spPr>
          <a:xfrm>
            <a:off x="2924850" y="307335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subTitle" idx="9"/>
          </p:nvPr>
        </p:nvSpPr>
        <p:spPr>
          <a:xfrm>
            <a:off x="6038850" y="307335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40" name="Google Shape;540;p36"/>
          <p:cNvSpPr txBox="1">
            <a:spLocks noGrp="1"/>
          </p:cNvSpPr>
          <p:nvPr>
            <p:ph type="subTitle" idx="13"/>
          </p:nvPr>
        </p:nvSpPr>
        <p:spPr>
          <a:xfrm>
            <a:off x="2807675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grpSp>
        <p:nvGrpSpPr>
          <p:cNvPr id="541" name="Google Shape;541;p36"/>
          <p:cNvGrpSpPr/>
          <p:nvPr/>
        </p:nvGrpSpPr>
        <p:grpSpPr>
          <a:xfrm>
            <a:off x="347414" y="3546456"/>
            <a:ext cx="192709" cy="689901"/>
            <a:chOff x="1296100" y="1847100"/>
            <a:chExt cx="328350" cy="1175500"/>
          </a:xfrm>
        </p:grpSpPr>
        <p:sp>
          <p:nvSpPr>
            <p:cNvPr id="542" name="Google Shape;542;p36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cxnSp>
          <p:nvCxnSpPr>
            <p:cNvPr id="547" name="Google Shape;547;p36"/>
            <p:cNvCxnSpPr/>
            <p:nvPr/>
          </p:nvCxnSpPr>
          <p:spPr>
            <a:xfrm>
              <a:off x="1296100" y="2344150"/>
              <a:ext cx="128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8" name="Google Shape;548;p36"/>
            <p:cNvCxnSpPr/>
            <p:nvPr/>
          </p:nvCxnSpPr>
          <p:spPr>
            <a:xfrm>
              <a:off x="1495750" y="3022600"/>
              <a:ext cx="128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49" name="Google Shape;549;p36"/>
          <p:cNvCxnSpPr/>
          <p:nvPr/>
        </p:nvCxnSpPr>
        <p:spPr>
          <a:xfrm>
            <a:off x="169250" y="4444362"/>
            <a:ext cx="3672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0" name="Google Shape;550;p36"/>
          <p:cNvSpPr txBox="1">
            <a:spLocks noGrp="1"/>
          </p:cNvSpPr>
          <p:nvPr>
            <p:ph type="subTitle" idx="14"/>
          </p:nvPr>
        </p:nvSpPr>
        <p:spPr>
          <a:xfrm>
            <a:off x="2924850" y="3819796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51" name="Google Shape;551;p36"/>
          <p:cNvSpPr txBox="1">
            <a:spLocks noGrp="1"/>
          </p:cNvSpPr>
          <p:nvPr>
            <p:ph type="subTitle" idx="15"/>
          </p:nvPr>
        </p:nvSpPr>
        <p:spPr>
          <a:xfrm>
            <a:off x="6038850" y="3819796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52" name="Google Shape;552;p36"/>
          <p:cNvSpPr txBox="1">
            <a:spLocks noGrp="1"/>
          </p:cNvSpPr>
          <p:nvPr>
            <p:ph type="subTitle" idx="16"/>
          </p:nvPr>
        </p:nvSpPr>
        <p:spPr>
          <a:xfrm>
            <a:off x="2924850" y="421940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53" name="Google Shape;553;p36"/>
          <p:cNvSpPr txBox="1">
            <a:spLocks noGrp="1"/>
          </p:cNvSpPr>
          <p:nvPr>
            <p:ph type="subTitle" idx="17"/>
          </p:nvPr>
        </p:nvSpPr>
        <p:spPr>
          <a:xfrm>
            <a:off x="6038850" y="4219400"/>
            <a:ext cx="2787600" cy="39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Medium"/>
              <a:buNone/>
              <a:defRPr sz="12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554" name="Google Shape;554;p36"/>
          <p:cNvSpPr txBox="1">
            <a:spLocks noGrp="1"/>
          </p:cNvSpPr>
          <p:nvPr>
            <p:ph type="ctrTitle" idx="18"/>
          </p:nvPr>
        </p:nvSpPr>
        <p:spPr>
          <a:xfrm>
            <a:off x="335400" y="466575"/>
            <a:ext cx="1993800" cy="27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cxnSp>
        <p:nvCxnSpPr>
          <p:cNvPr id="555" name="Google Shape;555;p36"/>
          <p:cNvCxnSpPr/>
          <p:nvPr/>
        </p:nvCxnSpPr>
        <p:spPr>
          <a:xfrm>
            <a:off x="8442394" y="-2206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6" name="Google Shape;556;p36"/>
          <p:cNvCxnSpPr/>
          <p:nvPr/>
        </p:nvCxnSpPr>
        <p:spPr>
          <a:xfrm>
            <a:off x="8801109" y="-2188"/>
            <a:ext cx="0" cy="3300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7" name="Google Shape;557;p36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558" name="Google Shape;558;p36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points">
  <p:cSld name="CUSTOM_10">
    <p:bg>
      <p:bgPr>
        <a:solidFill>
          <a:schemeClr val="lt2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61" name="Google Shape;561;p37"/>
          <p:cNvSpPr txBox="1">
            <a:spLocks noGrp="1"/>
          </p:cNvSpPr>
          <p:nvPr>
            <p:ph type="subTitle" idx="1"/>
          </p:nvPr>
        </p:nvSpPr>
        <p:spPr>
          <a:xfrm>
            <a:off x="6717975" y="3853973"/>
            <a:ext cx="1932000" cy="1074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62" name="Google Shape;562;p37"/>
          <p:cNvSpPr txBox="1">
            <a:spLocks noGrp="1"/>
          </p:cNvSpPr>
          <p:nvPr>
            <p:ph type="subTitle" idx="2"/>
          </p:nvPr>
        </p:nvSpPr>
        <p:spPr>
          <a:xfrm>
            <a:off x="4214300" y="3853950"/>
            <a:ext cx="2098500" cy="1074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63" name="Google Shape;563;p37"/>
          <p:cNvSpPr txBox="1">
            <a:spLocks noGrp="1"/>
          </p:cNvSpPr>
          <p:nvPr>
            <p:ph type="subTitle" idx="3"/>
          </p:nvPr>
        </p:nvSpPr>
        <p:spPr>
          <a:xfrm>
            <a:off x="450650" y="1859575"/>
            <a:ext cx="3225600" cy="1476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64" name="Google Shape;564;p37"/>
          <p:cNvSpPr txBox="1">
            <a:spLocks noGrp="1"/>
          </p:cNvSpPr>
          <p:nvPr>
            <p:ph type="subTitle" idx="4"/>
          </p:nvPr>
        </p:nvSpPr>
        <p:spPr>
          <a:xfrm>
            <a:off x="6717975" y="3446250"/>
            <a:ext cx="1790100" cy="36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SemiBold"/>
              <a:buNone/>
              <a:defRPr sz="120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565" name="Google Shape;565;p37"/>
          <p:cNvSpPr txBox="1">
            <a:spLocks noGrp="1"/>
          </p:cNvSpPr>
          <p:nvPr>
            <p:ph type="subTitle" idx="5"/>
          </p:nvPr>
        </p:nvSpPr>
        <p:spPr>
          <a:xfrm>
            <a:off x="4214300" y="3446250"/>
            <a:ext cx="1790100" cy="367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SemiBold"/>
              <a:buNone/>
              <a:defRPr sz="1200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 SemiBold"/>
              <a:buNone/>
              <a:defRPr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566" name="Google Shape;566;p37"/>
          <p:cNvSpPr>
            <a:spLocks noGrp="1"/>
          </p:cNvSpPr>
          <p:nvPr>
            <p:ph type="pic" idx="6"/>
          </p:nvPr>
        </p:nvSpPr>
        <p:spPr>
          <a:xfrm>
            <a:off x="-4825" y="3339000"/>
            <a:ext cx="3681000" cy="1804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567" name="Google Shape;567;p37"/>
          <p:cNvSpPr txBox="1">
            <a:spLocks noGrp="1"/>
          </p:cNvSpPr>
          <p:nvPr>
            <p:ph type="subTitle" idx="7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grpSp>
        <p:nvGrpSpPr>
          <p:cNvPr id="568" name="Google Shape;568;p37"/>
          <p:cNvGrpSpPr/>
          <p:nvPr/>
        </p:nvGrpSpPr>
        <p:grpSpPr>
          <a:xfrm>
            <a:off x="8865471" y="98889"/>
            <a:ext cx="154148" cy="134734"/>
            <a:chOff x="8834250" y="614850"/>
            <a:chExt cx="221700" cy="193750"/>
          </a:xfrm>
        </p:grpSpPr>
        <p:cxnSp>
          <p:nvCxnSpPr>
            <p:cNvPr id="569" name="Google Shape;569;p37"/>
            <p:cNvCxnSpPr/>
            <p:nvPr/>
          </p:nvCxnSpPr>
          <p:spPr>
            <a:xfrm>
              <a:off x="8834250" y="61485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0" name="Google Shape;570;p37"/>
            <p:cNvCxnSpPr/>
            <p:nvPr/>
          </p:nvCxnSpPr>
          <p:spPr>
            <a:xfrm>
              <a:off x="8834250" y="711725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1" name="Google Shape;571;p37"/>
            <p:cNvCxnSpPr/>
            <p:nvPr/>
          </p:nvCxnSpPr>
          <p:spPr>
            <a:xfrm>
              <a:off x="8834250" y="808600"/>
              <a:ext cx="221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72" name="Google Shape;572;p37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3879000" cy="11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x4 columns">
  <p:cSld name="CUSTOM_4_2">
    <p:bg>
      <p:bgPr>
        <a:solidFill>
          <a:schemeClr val="lt2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8"/>
          <p:cNvSpPr txBox="1">
            <a:spLocks noGrp="1"/>
          </p:cNvSpPr>
          <p:nvPr>
            <p:ph type="subTitle" idx="1"/>
          </p:nvPr>
        </p:nvSpPr>
        <p:spPr>
          <a:xfrm>
            <a:off x="372875" y="2184425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575" name="Google Shape;575;p38"/>
          <p:cNvSpPr txBox="1">
            <a:spLocks noGrp="1"/>
          </p:cNvSpPr>
          <p:nvPr>
            <p:ph type="title"/>
          </p:nvPr>
        </p:nvSpPr>
        <p:spPr>
          <a:xfrm>
            <a:off x="372875" y="1301225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576" name="Google Shape;576;p38"/>
          <p:cNvSpPr txBox="1">
            <a:spLocks noGrp="1"/>
          </p:cNvSpPr>
          <p:nvPr>
            <p:ph type="subTitle" idx="2"/>
          </p:nvPr>
        </p:nvSpPr>
        <p:spPr>
          <a:xfrm>
            <a:off x="372875" y="1860000"/>
            <a:ext cx="1666200" cy="265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77" name="Google Shape;577;p38"/>
          <p:cNvSpPr txBox="1">
            <a:spLocks noGrp="1"/>
          </p:cNvSpPr>
          <p:nvPr>
            <p:ph type="subTitle" idx="3"/>
          </p:nvPr>
        </p:nvSpPr>
        <p:spPr>
          <a:xfrm>
            <a:off x="2663825" y="2184425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578" name="Google Shape;578;p38"/>
          <p:cNvSpPr txBox="1">
            <a:spLocks noGrp="1"/>
          </p:cNvSpPr>
          <p:nvPr>
            <p:ph type="title" idx="4"/>
          </p:nvPr>
        </p:nvSpPr>
        <p:spPr>
          <a:xfrm>
            <a:off x="2663813" y="1301225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579" name="Google Shape;579;p38"/>
          <p:cNvSpPr txBox="1">
            <a:spLocks noGrp="1"/>
          </p:cNvSpPr>
          <p:nvPr>
            <p:ph type="subTitle" idx="5"/>
          </p:nvPr>
        </p:nvSpPr>
        <p:spPr>
          <a:xfrm>
            <a:off x="2663820" y="1860000"/>
            <a:ext cx="1666200" cy="265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80" name="Google Shape;580;p38"/>
          <p:cNvSpPr txBox="1">
            <a:spLocks noGrp="1"/>
          </p:cNvSpPr>
          <p:nvPr>
            <p:ph type="subTitle" idx="6"/>
          </p:nvPr>
        </p:nvSpPr>
        <p:spPr>
          <a:xfrm>
            <a:off x="4940275" y="2177550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581" name="Google Shape;581;p38"/>
          <p:cNvSpPr txBox="1">
            <a:spLocks noGrp="1"/>
          </p:cNvSpPr>
          <p:nvPr>
            <p:ph type="title" idx="7"/>
          </p:nvPr>
        </p:nvSpPr>
        <p:spPr>
          <a:xfrm>
            <a:off x="4928588" y="1301225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582" name="Google Shape;582;p38"/>
          <p:cNvSpPr txBox="1">
            <a:spLocks noGrp="1"/>
          </p:cNvSpPr>
          <p:nvPr>
            <p:ph type="subTitle" idx="8"/>
          </p:nvPr>
        </p:nvSpPr>
        <p:spPr>
          <a:xfrm>
            <a:off x="4928600" y="1860000"/>
            <a:ext cx="1666200" cy="265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83" name="Google Shape;583;p38"/>
          <p:cNvSpPr txBox="1">
            <a:spLocks noGrp="1"/>
          </p:cNvSpPr>
          <p:nvPr>
            <p:ph type="subTitle" idx="9"/>
          </p:nvPr>
        </p:nvSpPr>
        <p:spPr>
          <a:xfrm>
            <a:off x="7129550" y="2184425"/>
            <a:ext cx="1666200" cy="1263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584" name="Google Shape;584;p38"/>
          <p:cNvSpPr txBox="1">
            <a:spLocks noGrp="1"/>
          </p:cNvSpPr>
          <p:nvPr>
            <p:ph type="title" idx="13"/>
          </p:nvPr>
        </p:nvSpPr>
        <p:spPr>
          <a:xfrm>
            <a:off x="7129550" y="1301225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Tomorrow Light"/>
              <a:buNone/>
              <a:defRPr sz="36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585" name="Google Shape;585;p38"/>
          <p:cNvSpPr txBox="1">
            <a:spLocks noGrp="1"/>
          </p:cNvSpPr>
          <p:nvPr>
            <p:ph type="subTitle" idx="14"/>
          </p:nvPr>
        </p:nvSpPr>
        <p:spPr>
          <a:xfrm>
            <a:off x="7129550" y="1860000"/>
            <a:ext cx="1666200" cy="265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ExtraLight"/>
              <a:buNone/>
              <a:defRPr sz="10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86" name="Google Shape;586;p38"/>
          <p:cNvSpPr txBox="1">
            <a:spLocks noGrp="1"/>
          </p:cNvSpPr>
          <p:nvPr>
            <p:ph type="subTitle" idx="15"/>
          </p:nvPr>
        </p:nvSpPr>
        <p:spPr>
          <a:xfrm>
            <a:off x="0" y="0"/>
            <a:ext cx="3396600" cy="3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cxnSp>
        <p:nvCxnSpPr>
          <p:cNvPr id="587" name="Google Shape;587;p38"/>
          <p:cNvCxnSpPr/>
          <p:nvPr/>
        </p:nvCxnSpPr>
        <p:spPr>
          <a:xfrm>
            <a:off x="0" y="1096150"/>
            <a:ext cx="91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88" name="Google Shape;588;p38"/>
          <p:cNvGrpSpPr/>
          <p:nvPr/>
        </p:nvGrpSpPr>
        <p:grpSpPr>
          <a:xfrm>
            <a:off x="8909059" y="117195"/>
            <a:ext cx="69607" cy="864320"/>
            <a:chOff x="1520050" y="1847100"/>
            <a:chExt cx="80100" cy="994500"/>
          </a:xfrm>
        </p:grpSpPr>
        <p:sp>
          <p:nvSpPr>
            <p:cNvPr id="589" name="Google Shape;589;p38"/>
            <p:cNvSpPr/>
            <p:nvPr/>
          </p:nvSpPr>
          <p:spPr>
            <a:xfrm>
              <a:off x="1520050" y="18471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1520050" y="20757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1520050" y="23043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1520050" y="25329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1520050" y="2761500"/>
              <a:ext cx="80100" cy="801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endParaRPr>
            </a:p>
          </p:txBody>
        </p:sp>
      </p:grpSp>
      <p:sp>
        <p:nvSpPr>
          <p:cNvPr id="594" name="Google Shape;594;p38"/>
          <p:cNvSpPr txBox="1">
            <a:spLocks noGrp="1"/>
          </p:cNvSpPr>
          <p:nvPr>
            <p:ph type="ctrTitle" idx="16"/>
          </p:nvPr>
        </p:nvSpPr>
        <p:spPr>
          <a:xfrm>
            <a:off x="335400" y="466575"/>
            <a:ext cx="8189700" cy="7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x4 Pictures">
  <p:cSld name="CUSTOM_12">
    <p:bg>
      <p:bgPr>
        <a:solidFill>
          <a:schemeClr val="lt2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"/>
          <p:cNvSpPr txBox="1">
            <a:spLocks noGrp="1"/>
          </p:cNvSpPr>
          <p:nvPr>
            <p:ph type="subTitle" idx="1"/>
          </p:nvPr>
        </p:nvSpPr>
        <p:spPr>
          <a:xfrm>
            <a:off x="501175" y="1703075"/>
            <a:ext cx="1402800" cy="254100"/>
          </a:xfrm>
          <a:prstGeom prst="rect">
            <a:avLst/>
          </a:prstGeom>
        </p:spPr>
        <p:txBody>
          <a:bodyPr spcFirstLastPara="1" wrap="square" lIns="0" tIns="91425" rIns="91425" bIns="3600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97" name="Google Shape;597;p39"/>
          <p:cNvSpPr txBox="1">
            <a:spLocks noGrp="1"/>
          </p:cNvSpPr>
          <p:nvPr>
            <p:ph type="subTitle" idx="2"/>
          </p:nvPr>
        </p:nvSpPr>
        <p:spPr>
          <a:xfrm>
            <a:off x="2336550" y="1703075"/>
            <a:ext cx="1402800" cy="254100"/>
          </a:xfrm>
          <a:prstGeom prst="rect">
            <a:avLst/>
          </a:prstGeom>
        </p:spPr>
        <p:txBody>
          <a:bodyPr spcFirstLastPara="1" wrap="square" lIns="0" tIns="91425" rIns="91425" bIns="3600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98" name="Google Shape;598;p39"/>
          <p:cNvSpPr txBox="1">
            <a:spLocks noGrp="1"/>
          </p:cNvSpPr>
          <p:nvPr>
            <p:ph type="subTitle" idx="3"/>
          </p:nvPr>
        </p:nvSpPr>
        <p:spPr>
          <a:xfrm>
            <a:off x="4620025" y="1703075"/>
            <a:ext cx="1402800" cy="254100"/>
          </a:xfrm>
          <a:prstGeom prst="rect">
            <a:avLst/>
          </a:prstGeom>
        </p:spPr>
        <p:txBody>
          <a:bodyPr spcFirstLastPara="1" wrap="square" lIns="0" tIns="91425" rIns="91425" bIns="3600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599" name="Google Shape;599;p39"/>
          <p:cNvSpPr txBox="1">
            <a:spLocks noGrp="1"/>
          </p:cNvSpPr>
          <p:nvPr>
            <p:ph type="subTitle" idx="4"/>
          </p:nvPr>
        </p:nvSpPr>
        <p:spPr>
          <a:xfrm>
            <a:off x="6888025" y="1703075"/>
            <a:ext cx="1402800" cy="254100"/>
          </a:xfrm>
          <a:prstGeom prst="rect">
            <a:avLst/>
          </a:prstGeom>
        </p:spPr>
        <p:txBody>
          <a:bodyPr spcFirstLastPara="1" wrap="square" lIns="0" tIns="91425" rIns="91425" bIns="3600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00" name="Google Shape;600;p39"/>
          <p:cNvSpPr>
            <a:spLocks noGrp="1"/>
          </p:cNvSpPr>
          <p:nvPr>
            <p:ph type="pic" idx="5"/>
          </p:nvPr>
        </p:nvSpPr>
        <p:spPr>
          <a:xfrm>
            <a:off x="0" y="1957175"/>
            <a:ext cx="2299800" cy="31863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39"/>
          <p:cNvSpPr>
            <a:spLocks noGrp="1"/>
          </p:cNvSpPr>
          <p:nvPr>
            <p:ph type="pic" idx="6"/>
          </p:nvPr>
        </p:nvSpPr>
        <p:spPr>
          <a:xfrm>
            <a:off x="2272081" y="1957175"/>
            <a:ext cx="2299800" cy="31863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39"/>
          <p:cNvSpPr>
            <a:spLocks noGrp="1"/>
          </p:cNvSpPr>
          <p:nvPr>
            <p:ph type="pic" idx="7"/>
          </p:nvPr>
        </p:nvSpPr>
        <p:spPr>
          <a:xfrm>
            <a:off x="4544269" y="1957175"/>
            <a:ext cx="2299800" cy="31863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39"/>
          <p:cNvSpPr>
            <a:spLocks noGrp="1"/>
          </p:cNvSpPr>
          <p:nvPr>
            <p:ph type="pic" idx="8"/>
          </p:nvPr>
        </p:nvSpPr>
        <p:spPr>
          <a:xfrm>
            <a:off x="6844075" y="1957175"/>
            <a:ext cx="2299800" cy="31863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39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8216400" cy="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605" name="Google Shape;605;p39"/>
          <p:cNvSpPr txBox="1">
            <a:spLocks noGrp="1"/>
          </p:cNvSpPr>
          <p:nvPr>
            <p:ph type="subTitle" idx="9"/>
          </p:nvPr>
        </p:nvSpPr>
        <p:spPr>
          <a:xfrm>
            <a:off x="452975" y="1031775"/>
            <a:ext cx="3459300" cy="506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606" name="Google Shape;606;p39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7" name="Google Shape;607;p39"/>
          <p:cNvSpPr txBox="1">
            <a:spLocks noGrp="1"/>
          </p:cNvSpPr>
          <p:nvPr>
            <p:ph type="subTitle" idx="13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608" name="Google Shape;608;p39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09" name="Google Shape;609;p39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10" name="Google Shape;610;p39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1" name="Google Shape;611;p39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x5 Pictures">
  <p:cSld name="CUSTOM_13">
    <p:bg>
      <p:bgPr>
        <a:solidFill>
          <a:schemeClr val="lt2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0"/>
          <p:cNvSpPr>
            <a:spLocks noGrp="1"/>
          </p:cNvSpPr>
          <p:nvPr>
            <p:ph type="pic" idx="2"/>
          </p:nvPr>
        </p:nvSpPr>
        <p:spPr>
          <a:xfrm>
            <a:off x="4193325" y="327800"/>
            <a:ext cx="2474400" cy="2403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4" name="Google Shape;614;p40"/>
          <p:cNvSpPr>
            <a:spLocks noGrp="1"/>
          </p:cNvSpPr>
          <p:nvPr>
            <p:ph type="pic" idx="3"/>
          </p:nvPr>
        </p:nvSpPr>
        <p:spPr>
          <a:xfrm>
            <a:off x="4193325" y="2731623"/>
            <a:ext cx="2474400" cy="2403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5" name="Google Shape;615;p40"/>
          <p:cNvSpPr>
            <a:spLocks noGrp="1"/>
          </p:cNvSpPr>
          <p:nvPr>
            <p:ph type="pic" idx="4"/>
          </p:nvPr>
        </p:nvSpPr>
        <p:spPr>
          <a:xfrm>
            <a:off x="1706025" y="2731625"/>
            <a:ext cx="2487300" cy="2403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6" name="Google Shape;616;p40"/>
          <p:cNvSpPr>
            <a:spLocks noGrp="1"/>
          </p:cNvSpPr>
          <p:nvPr>
            <p:ph type="pic" idx="5"/>
          </p:nvPr>
        </p:nvSpPr>
        <p:spPr>
          <a:xfrm>
            <a:off x="6667725" y="327800"/>
            <a:ext cx="2474400" cy="2403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7" name="Google Shape;617;p40"/>
          <p:cNvSpPr>
            <a:spLocks noGrp="1"/>
          </p:cNvSpPr>
          <p:nvPr>
            <p:ph type="pic" idx="6"/>
          </p:nvPr>
        </p:nvSpPr>
        <p:spPr>
          <a:xfrm>
            <a:off x="6667725" y="2731623"/>
            <a:ext cx="2474400" cy="2403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8" name="Google Shape;618;p40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19" name="Google Shape;619;p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620" name="Google Shape;620;p40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3307500" cy="4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621" name="Google Shape;621;p40"/>
          <p:cNvSpPr txBox="1">
            <a:spLocks noGrp="1"/>
          </p:cNvSpPr>
          <p:nvPr>
            <p:ph type="subTitle" idx="7"/>
          </p:nvPr>
        </p:nvSpPr>
        <p:spPr>
          <a:xfrm>
            <a:off x="452975" y="1031775"/>
            <a:ext cx="2289000" cy="6324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Medium"/>
              <a:buNone/>
              <a:defRPr sz="1000">
                <a:solidFill>
                  <a:schemeClr val="dk1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9pPr>
          </a:lstStyle>
          <a:p>
            <a:endParaRPr/>
          </a:p>
        </p:txBody>
      </p:sp>
      <p:sp>
        <p:nvSpPr>
          <p:cNvPr id="622" name="Google Shape;622;p40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23" name="Google Shape;623;p40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24" name="Google Shape;624;p40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5" name="Google Shape;625;p40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2">
  <p:cSld name="CUSTOM_15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 txBox="1">
            <a:spLocks noGrp="1"/>
          </p:cNvSpPr>
          <p:nvPr>
            <p:ph type="subTitle" idx="1"/>
          </p:nvPr>
        </p:nvSpPr>
        <p:spPr>
          <a:xfrm>
            <a:off x="455437" y="2809975"/>
            <a:ext cx="19248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28" name="Google Shape;628;p41"/>
          <p:cNvSpPr txBox="1">
            <a:spLocks noGrp="1"/>
          </p:cNvSpPr>
          <p:nvPr>
            <p:ph type="subTitle" idx="2"/>
          </p:nvPr>
        </p:nvSpPr>
        <p:spPr>
          <a:xfrm>
            <a:off x="455437" y="1848950"/>
            <a:ext cx="1924800" cy="6048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"/>
              <a:buNone/>
              <a:defRPr sz="1000" b="1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29" name="Google Shape;629;p41"/>
          <p:cNvSpPr txBox="1">
            <a:spLocks noGrp="1"/>
          </p:cNvSpPr>
          <p:nvPr>
            <p:ph type="subTitle" idx="3"/>
          </p:nvPr>
        </p:nvSpPr>
        <p:spPr>
          <a:xfrm>
            <a:off x="4689125" y="1176050"/>
            <a:ext cx="4032000" cy="327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30" name="Google Shape;630;p41"/>
          <p:cNvSpPr txBox="1">
            <a:spLocks noGrp="1"/>
          </p:cNvSpPr>
          <p:nvPr>
            <p:ph type="subTitle" idx="4"/>
          </p:nvPr>
        </p:nvSpPr>
        <p:spPr>
          <a:xfrm>
            <a:off x="2537528" y="2809975"/>
            <a:ext cx="19473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1" name="Google Shape;631;p41"/>
          <p:cNvSpPr txBox="1">
            <a:spLocks noGrp="1"/>
          </p:cNvSpPr>
          <p:nvPr>
            <p:ph type="subTitle" idx="5"/>
          </p:nvPr>
        </p:nvSpPr>
        <p:spPr>
          <a:xfrm>
            <a:off x="452852" y="3821500"/>
            <a:ext cx="19248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2" name="Google Shape;632;p41"/>
          <p:cNvSpPr txBox="1">
            <a:spLocks noGrp="1"/>
          </p:cNvSpPr>
          <p:nvPr>
            <p:ph type="subTitle" idx="6"/>
          </p:nvPr>
        </p:nvSpPr>
        <p:spPr>
          <a:xfrm>
            <a:off x="2534913" y="3821500"/>
            <a:ext cx="19473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3" name="Google Shape;633;p41"/>
          <p:cNvSpPr txBox="1">
            <a:spLocks noGrp="1"/>
          </p:cNvSpPr>
          <p:nvPr>
            <p:ph type="subTitle" idx="7"/>
          </p:nvPr>
        </p:nvSpPr>
        <p:spPr>
          <a:xfrm>
            <a:off x="2537528" y="1848950"/>
            <a:ext cx="19473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4" name="Google Shape;634;p41"/>
          <p:cNvSpPr txBox="1">
            <a:spLocks noGrp="1"/>
          </p:cNvSpPr>
          <p:nvPr>
            <p:ph type="subTitle" idx="8"/>
          </p:nvPr>
        </p:nvSpPr>
        <p:spPr>
          <a:xfrm>
            <a:off x="4665201" y="2808425"/>
            <a:ext cx="20115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5" name="Google Shape;635;p41"/>
          <p:cNvSpPr txBox="1">
            <a:spLocks noGrp="1"/>
          </p:cNvSpPr>
          <p:nvPr>
            <p:ph type="subTitle" idx="9"/>
          </p:nvPr>
        </p:nvSpPr>
        <p:spPr>
          <a:xfrm>
            <a:off x="4665201" y="1847400"/>
            <a:ext cx="2011500" cy="6048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"/>
              <a:buNone/>
              <a:defRPr sz="1000" b="1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unito Sans ExtraLight"/>
              <a:buNone/>
              <a:defRPr sz="1000">
                <a:solidFill>
                  <a:schemeClr val="accent2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36" name="Google Shape;636;p41"/>
          <p:cNvSpPr txBox="1">
            <a:spLocks noGrp="1"/>
          </p:cNvSpPr>
          <p:nvPr>
            <p:ph type="subTitle" idx="13"/>
          </p:nvPr>
        </p:nvSpPr>
        <p:spPr>
          <a:xfrm>
            <a:off x="6816929" y="2808425"/>
            <a:ext cx="19194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7" name="Google Shape;637;p41"/>
          <p:cNvSpPr txBox="1">
            <a:spLocks noGrp="1"/>
          </p:cNvSpPr>
          <p:nvPr>
            <p:ph type="subTitle" idx="14"/>
          </p:nvPr>
        </p:nvSpPr>
        <p:spPr>
          <a:xfrm>
            <a:off x="4662500" y="3819950"/>
            <a:ext cx="20115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8" name="Google Shape;638;p41"/>
          <p:cNvSpPr txBox="1">
            <a:spLocks noGrp="1"/>
          </p:cNvSpPr>
          <p:nvPr>
            <p:ph type="subTitle" idx="15"/>
          </p:nvPr>
        </p:nvSpPr>
        <p:spPr>
          <a:xfrm>
            <a:off x="6814352" y="3819950"/>
            <a:ext cx="19194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39" name="Google Shape;639;p41"/>
          <p:cNvSpPr txBox="1">
            <a:spLocks noGrp="1"/>
          </p:cNvSpPr>
          <p:nvPr>
            <p:ph type="subTitle" idx="16"/>
          </p:nvPr>
        </p:nvSpPr>
        <p:spPr>
          <a:xfrm>
            <a:off x="6816929" y="1847400"/>
            <a:ext cx="1919400" cy="741900"/>
          </a:xfrm>
          <a:prstGeom prst="rect">
            <a:avLst/>
          </a:prstGeom>
        </p:spPr>
        <p:txBody>
          <a:bodyPr spcFirstLastPara="1" wrap="square" lIns="10800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 Light"/>
              <a:buNone/>
              <a:defRPr sz="1000"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40" name="Google Shape;640;p41"/>
          <p:cNvSpPr txBox="1">
            <a:spLocks noGrp="1"/>
          </p:cNvSpPr>
          <p:nvPr>
            <p:ph type="subTitle" idx="17"/>
          </p:nvPr>
        </p:nvSpPr>
        <p:spPr>
          <a:xfrm>
            <a:off x="452850" y="1176050"/>
            <a:ext cx="4083300" cy="327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None/>
              <a:defRPr sz="12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41" name="Google Shape;641;p41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642" name="Google Shape;642;p41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3" name="Google Shape;643;p41"/>
          <p:cNvSpPr txBox="1">
            <a:spLocks noGrp="1"/>
          </p:cNvSpPr>
          <p:nvPr>
            <p:ph type="subTitle" idx="18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644" name="Google Shape;644;p41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45" name="Google Shape;645;p41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46" name="Google Shape;646;p41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7" name="Google Shape;647;p41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- Alt1">
  <p:cSld name="CUSTOM_16">
    <p:bg>
      <p:bgPr>
        <a:solidFill>
          <a:schemeClr val="accent4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2" descr="Three people meeting in a bright office"/>
          <p:cNvPicPr preferRelativeResize="0"/>
          <p:nvPr/>
        </p:nvPicPr>
        <p:blipFill rotWithShape="1">
          <a:blip r:embed="rId2">
            <a:alphaModFix amt="15000"/>
          </a:blip>
          <a:srcRect l="9412" t="9521" b="15684"/>
          <a:stretch/>
        </p:blipFill>
        <p:spPr>
          <a:xfrm>
            <a:off x="11061" y="0"/>
            <a:ext cx="9132815" cy="51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2"/>
          <p:cNvSpPr txBox="1">
            <a:spLocks noGrp="1"/>
          </p:cNvSpPr>
          <p:nvPr>
            <p:ph type="subTitle" idx="1"/>
          </p:nvPr>
        </p:nvSpPr>
        <p:spPr>
          <a:xfrm>
            <a:off x="3792750" y="813450"/>
            <a:ext cx="2725800" cy="1402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 Light"/>
              <a:buNone/>
              <a:defRPr sz="2300">
                <a:solidFill>
                  <a:schemeClr val="dk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omorrow"/>
              <a:buNone/>
              <a:defRPr sz="23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cxnSp>
        <p:nvCxnSpPr>
          <p:cNvPr id="651" name="Google Shape;651;p42"/>
          <p:cNvCxnSpPr/>
          <p:nvPr/>
        </p:nvCxnSpPr>
        <p:spPr>
          <a:xfrm>
            <a:off x="3564800" y="-9550"/>
            <a:ext cx="0" cy="513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652;p42"/>
          <p:cNvCxnSpPr/>
          <p:nvPr/>
        </p:nvCxnSpPr>
        <p:spPr>
          <a:xfrm>
            <a:off x="3590600" y="4700200"/>
            <a:ext cx="511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3" name="Google Shape;653;p42"/>
          <p:cNvCxnSpPr/>
          <p:nvPr/>
        </p:nvCxnSpPr>
        <p:spPr>
          <a:xfrm rot="10800000">
            <a:off x="8705825" y="2353400"/>
            <a:ext cx="0" cy="234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4" name="Google Shape;654;p42"/>
          <p:cNvSpPr/>
          <p:nvPr/>
        </p:nvSpPr>
        <p:spPr>
          <a:xfrm>
            <a:off x="8653475" y="4647850"/>
            <a:ext cx="104700" cy="10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655" name="Google Shape;655;p42"/>
          <p:cNvCxnSpPr/>
          <p:nvPr/>
        </p:nvCxnSpPr>
        <p:spPr>
          <a:xfrm rot="10800000">
            <a:off x="-6350" y="2301050"/>
            <a:ext cx="87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6" name="Google Shape;656;p42"/>
          <p:cNvSpPr/>
          <p:nvPr/>
        </p:nvSpPr>
        <p:spPr>
          <a:xfrm>
            <a:off x="3512450" y="2248700"/>
            <a:ext cx="104700" cy="10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7" name="Google Shape;657;p42"/>
          <p:cNvSpPr/>
          <p:nvPr/>
        </p:nvSpPr>
        <p:spPr>
          <a:xfrm>
            <a:off x="8653475" y="224870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58" name="Google Shape;658;p42"/>
          <p:cNvSpPr txBox="1">
            <a:spLocks noGrp="1"/>
          </p:cNvSpPr>
          <p:nvPr>
            <p:ph type="ctrTitle"/>
          </p:nvPr>
        </p:nvSpPr>
        <p:spPr>
          <a:xfrm>
            <a:off x="3577700" y="2313650"/>
            <a:ext cx="5142300" cy="2345400"/>
          </a:xfrm>
          <a:prstGeom prst="rect">
            <a:avLst/>
          </a:prstGeom>
        </p:spPr>
        <p:txBody>
          <a:bodyPr spcFirstLastPara="1" wrap="square" lIns="306000" tIns="23400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Tomorrow Light"/>
              <a:buNone/>
              <a:defRPr sz="3000"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3512450" y="464785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ourney - Alt">
  <p:cSld name="CUSTOM_17_3">
    <p:bg>
      <p:bgPr>
        <a:solidFill>
          <a:schemeClr val="lt2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3"/>
          <p:cNvSpPr txBox="1">
            <a:spLocks noGrp="1"/>
          </p:cNvSpPr>
          <p:nvPr>
            <p:ph type="subTitle" idx="1"/>
          </p:nvPr>
        </p:nvSpPr>
        <p:spPr>
          <a:xfrm>
            <a:off x="2804274" y="3228275"/>
            <a:ext cx="1233000" cy="17172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2" name="Google Shape;662;p43"/>
          <p:cNvSpPr txBox="1">
            <a:spLocks noGrp="1"/>
          </p:cNvSpPr>
          <p:nvPr>
            <p:ph type="subTitle" idx="2"/>
          </p:nvPr>
        </p:nvSpPr>
        <p:spPr>
          <a:xfrm>
            <a:off x="2798500" y="1157600"/>
            <a:ext cx="1233000" cy="17172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3" name="Google Shape;663;p43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64" name="Google Shape;664;p43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  <p:sp>
        <p:nvSpPr>
          <p:cNvPr id="665" name="Google Shape;665;p43"/>
          <p:cNvSpPr txBox="1">
            <a:spLocks noGrp="1"/>
          </p:cNvSpPr>
          <p:nvPr>
            <p:ph type="subTitle" idx="4"/>
          </p:nvPr>
        </p:nvSpPr>
        <p:spPr>
          <a:xfrm>
            <a:off x="5752975" y="2017419"/>
            <a:ext cx="1695600" cy="8415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6" name="Google Shape;666;p43"/>
          <p:cNvSpPr txBox="1">
            <a:spLocks noGrp="1"/>
          </p:cNvSpPr>
          <p:nvPr>
            <p:ph type="subTitle" idx="5"/>
          </p:nvPr>
        </p:nvSpPr>
        <p:spPr>
          <a:xfrm>
            <a:off x="5752975" y="3228224"/>
            <a:ext cx="1695600" cy="8412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7" name="Google Shape;667;p43"/>
          <p:cNvSpPr txBox="1">
            <a:spLocks noGrp="1"/>
          </p:cNvSpPr>
          <p:nvPr>
            <p:ph type="subTitle" idx="6"/>
          </p:nvPr>
        </p:nvSpPr>
        <p:spPr>
          <a:xfrm>
            <a:off x="5752975" y="4104073"/>
            <a:ext cx="1695600" cy="8412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8" name="Google Shape;668;p43"/>
          <p:cNvSpPr txBox="1">
            <a:spLocks noGrp="1"/>
          </p:cNvSpPr>
          <p:nvPr>
            <p:ph type="subTitle" idx="7"/>
          </p:nvPr>
        </p:nvSpPr>
        <p:spPr>
          <a:xfrm>
            <a:off x="5753449" y="1141650"/>
            <a:ext cx="1695600" cy="8415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69" name="Google Shape;669;p43"/>
          <p:cNvSpPr txBox="1">
            <a:spLocks noGrp="1"/>
          </p:cNvSpPr>
          <p:nvPr>
            <p:ph type="subTitle" idx="8"/>
          </p:nvPr>
        </p:nvSpPr>
        <p:spPr>
          <a:xfrm>
            <a:off x="286575" y="1157600"/>
            <a:ext cx="1990500" cy="1877100"/>
          </a:xfrm>
          <a:prstGeom prst="rect">
            <a:avLst/>
          </a:prstGeom>
        </p:spPr>
        <p:txBody>
          <a:bodyPr spcFirstLastPara="1" wrap="square" lIns="180000" tIns="91425" rIns="234000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ExtraLight"/>
              <a:buNone/>
              <a:defRPr sz="1200">
                <a:solidFill>
                  <a:schemeClr val="dk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670" name="Google Shape;670;p43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671" name="Google Shape;671;p43"/>
          <p:cNvSpPr>
            <a:spLocks noGrp="1"/>
          </p:cNvSpPr>
          <p:nvPr>
            <p:ph type="pic" idx="9"/>
          </p:nvPr>
        </p:nvSpPr>
        <p:spPr>
          <a:xfrm>
            <a:off x="-6350" y="3017400"/>
            <a:ext cx="2282100" cy="18423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43"/>
          <p:cNvSpPr>
            <a:spLocks noGrp="1"/>
          </p:cNvSpPr>
          <p:nvPr>
            <p:ph type="pic" idx="13"/>
          </p:nvPr>
        </p:nvSpPr>
        <p:spPr>
          <a:xfrm>
            <a:off x="4031400" y="1045875"/>
            <a:ext cx="1192500" cy="1717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73" name="Google Shape;673;p43"/>
          <p:cNvSpPr>
            <a:spLocks noGrp="1"/>
          </p:cNvSpPr>
          <p:nvPr>
            <p:ph type="pic" idx="14"/>
          </p:nvPr>
        </p:nvSpPr>
        <p:spPr>
          <a:xfrm>
            <a:off x="4031400" y="3112700"/>
            <a:ext cx="1192500" cy="1717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74" name="Google Shape;674;p43"/>
          <p:cNvSpPr>
            <a:spLocks noGrp="1"/>
          </p:cNvSpPr>
          <p:nvPr>
            <p:ph type="pic" idx="15"/>
          </p:nvPr>
        </p:nvSpPr>
        <p:spPr>
          <a:xfrm>
            <a:off x="7557600" y="1141650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43"/>
          <p:cNvSpPr>
            <a:spLocks noGrp="1"/>
          </p:cNvSpPr>
          <p:nvPr>
            <p:ph type="pic" idx="16"/>
          </p:nvPr>
        </p:nvSpPr>
        <p:spPr>
          <a:xfrm>
            <a:off x="7557600" y="2017550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76" name="Google Shape;676;p43"/>
          <p:cNvSpPr>
            <a:spLocks noGrp="1"/>
          </p:cNvSpPr>
          <p:nvPr>
            <p:ph type="pic" idx="17"/>
          </p:nvPr>
        </p:nvSpPr>
        <p:spPr>
          <a:xfrm>
            <a:off x="7557600" y="3228275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77" name="Google Shape;677;p43"/>
          <p:cNvSpPr>
            <a:spLocks noGrp="1"/>
          </p:cNvSpPr>
          <p:nvPr>
            <p:ph type="pic" idx="18"/>
          </p:nvPr>
        </p:nvSpPr>
        <p:spPr>
          <a:xfrm>
            <a:off x="7557600" y="4104175"/>
            <a:ext cx="1596300" cy="8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43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79" name="Google Shape;679;p43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680" name="Google Shape;680;p43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1" name="Google Shape;681;p43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 - Alt 1">
  <p:cSld name="CUSTOM_20">
    <p:bg>
      <p:bgPr>
        <a:solidFill>
          <a:schemeClr val="lt2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44"/>
          <p:cNvGrpSpPr/>
          <p:nvPr/>
        </p:nvGrpSpPr>
        <p:grpSpPr>
          <a:xfrm>
            <a:off x="-4748" y="1501001"/>
            <a:ext cx="5203500" cy="3642470"/>
            <a:chOff x="11562000" y="3311675"/>
            <a:chExt cx="486736" cy="335100"/>
          </a:xfrm>
        </p:grpSpPr>
        <p:sp>
          <p:nvSpPr>
            <p:cNvPr id="684" name="Google Shape;684;p44"/>
            <p:cNvSpPr/>
            <p:nvPr/>
          </p:nvSpPr>
          <p:spPr>
            <a:xfrm>
              <a:off x="11786836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685" name="Google Shape;685;p44"/>
            <p:cNvSpPr/>
            <p:nvPr/>
          </p:nvSpPr>
          <p:spPr>
            <a:xfrm>
              <a:off x="11562000" y="3311675"/>
              <a:ext cx="261900" cy="335100"/>
            </a:xfrm>
            <a:prstGeom prst="chevron">
              <a:avLst>
                <a:gd name="adj" fmla="val 6790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686" name="Google Shape;686;p44"/>
          <p:cNvSpPr/>
          <p:nvPr/>
        </p:nvSpPr>
        <p:spPr>
          <a:xfrm>
            <a:off x="-4825" y="-2175"/>
            <a:ext cx="9148800" cy="32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87" name="Google Shape;687;p44"/>
          <p:cNvSpPr txBox="1">
            <a:spLocks noGrp="1"/>
          </p:cNvSpPr>
          <p:nvPr>
            <p:ph type="subTitle" idx="1"/>
          </p:nvPr>
        </p:nvSpPr>
        <p:spPr>
          <a:xfrm>
            <a:off x="4692225" y="2264975"/>
            <a:ext cx="3374700" cy="382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88" name="Google Shape;688;p44"/>
          <p:cNvSpPr txBox="1">
            <a:spLocks noGrp="1"/>
          </p:cNvSpPr>
          <p:nvPr>
            <p:ph type="subTitle" idx="2"/>
          </p:nvPr>
        </p:nvSpPr>
        <p:spPr>
          <a:xfrm>
            <a:off x="3725275" y="2264975"/>
            <a:ext cx="2282100" cy="382500"/>
          </a:xfrm>
          <a:prstGeom prst="rect">
            <a:avLst/>
          </a:prstGeom>
        </p:spPr>
        <p:txBody>
          <a:bodyPr spcFirstLastPara="1" wrap="square" lIns="1440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44"/>
          <p:cNvSpPr txBox="1">
            <a:spLocks noGrp="1"/>
          </p:cNvSpPr>
          <p:nvPr>
            <p:ph type="subTitle" idx="3"/>
          </p:nvPr>
        </p:nvSpPr>
        <p:spPr>
          <a:xfrm>
            <a:off x="4692225" y="2890475"/>
            <a:ext cx="3374700" cy="382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unito Sans Light"/>
              <a:buNone/>
              <a:defRPr sz="10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 Light"/>
              <a:buNone/>
              <a:defRPr sz="1200">
                <a:solidFill>
                  <a:schemeClr val="lt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90" name="Google Shape;690;p44"/>
          <p:cNvSpPr txBox="1">
            <a:spLocks noGrp="1"/>
          </p:cNvSpPr>
          <p:nvPr>
            <p:ph type="subTitle" idx="4"/>
          </p:nvPr>
        </p:nvSpPr>
        <p:spPr>
          <a:xfrm>
            <a:off x="3725275" y="2890463"/>
            <a:ext cx="2282100" cy="382500"/>
          </a:xfrm>
          <a:prstGeom prst="rect">
            <a:avLst/>
          </a:prstGeom>
        </p:spPr>
        <p:txBody>
          <a:bodyPr spcFirstLastPara="1" wrap="square" lIns="1440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44"/>
          <p:cNvSpPr txBox="1">
            <a:spLocks noGrp="1"/>
          </p:cNvSpPr>
          <p:nvPr>
            <p:ph type="subTitle" idx="5"/>
          </p:nvPr>
        </p:nvSpPr>
        <p:spPr>
          <a:xfrm>
            <a:off x="4692225" y="3518125"/>
            <a:ext cx="3374700" cy="382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92" name="Google Shape;692;p44"/>
          <p:cNvSpPr txBox="1">
            <a:spLocks noGrp="1"/>
          </p:cNvSpPr>
          <p:nvPr>
            <p:ph type="subTitle" idx="6"/>
          </p:nvPr>
        </p:nvSpPr>
        <p:spPr>
          <a:xfrm>
            <a:off x="3725275" y="3518125"/>
            <a:ext cx="2282100" cy="382500"/>
          </a:xfrm>
          <a:prstGeom prst="rect">
            <a:avLst/>
          </a:prstGeom>
        </p:spPr>
        <p:txBody>
          <a:bodyPr spcFirstLastPara="1" wrap="square" lIns="1440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3" name="Google Shape;693;p44"/>
          <p:cNvSpPr txBox="1">
            <a:spLocks noGrp="1"/>
          </p:cNvSpPr>
          <p:nvPr>
            <p:ph type="subTitle" idx="7"/>
          </p:nvPr>
        </p:nvSpPr>
        <p:spPr>
          <a:xfrm>
            <a:off x="4692225" y="4137400"/>
            <a:ext cx="3374700" cy="3825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 Light"/>
              <a:buNone/>
              <a:defRPr sz="10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 Light"/>
              <a:buNone/>
              <a:defRPr sz="1200">
                <a:solidFill>
                  <a:schemeClr val="dk1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9pPr>
          </a:lstStyle>
          <a:p>
            <a:endParaRPr/>
          </a:p>
        </p:txBody>
      </p:sp>
      <p:sp>
        <p:nvSpPr>
          <p:cNvPr id="694" name="Google Shape;694;p44"/>
          <p:cNvSpPr txBox="1">
            <a:spLocks noGrp="1"/>
          </p:cNvSpPr>
          <p:nvPr>
            <p:ph type="subTitle" idx="8"/>
          </p:nvPr>
        </p:nvSpPr>
        <p:spPr>
          <a:xfrm>
            <a:off x="3725275" y="4140388"/>
            <a:ext cx="2282100" cy="382500"/>
          </a:xfrm>
          <a:prstGeom prst="rect">
            <a:avLst/>
          </a:prstGeom>
        </p:spPr>
        <p:txBody>
          <a:bodyPr spcFirstLastPara="1" wrap="square" lIns="144000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695" name="Google Shape;695;p44"/>
          <p:cNvCxnSpPr/>
          <p:nvPr/>
        </p:nvCxnSpPr>
        <p:spPr>
          <a:xfrm>
            <a:off x="624575" y="1506900"/>
            <a:ext cx="0" cy="36366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-7300" y="4202375"/>
            <a:ext cx="6318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-7300" y="1848975"/>
            <a:ext cx="6318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-7300" y="1506250"/>
            <a:ext cx="915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9" name="Google Shape;699;p44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83856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Tomorrow Light"/>
              <a:buNone/>
              <a:defRPr sz="2300"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700" name="Google Shape;700;p44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01" name="Google Shape;701;p44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702" name="Google Shape;702;p44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3" name="Google Shape;703;p44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4" name="Google Shape;704;p44"/>
          <p:cNvSpPr txBox="1">
            <a:spLocks noGrp="1"/>
          </p:cNvSpPr>
          <p:nvPr>
            <p:ph type="subTitle" idx="9"/>
          </p:nvPr>
        </p:nvSpPr>
        <p:spPr>
          <a:xfrm>
            <a:off x="0" y="0"/>
            <a:ext cx="3396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Nunito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19">
    <p:bg>
      <p:bgPr>
        <a:solidFill>
          <a:schemeClr val="dk1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 txBox="1">
            <a:spLocks noGrp="1"/>
          </p:cNvSpPr>
          <p:nvPr>
            <p:ph type="subTitle" idx="1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707" name="Google Shape;707;p45"/>
          <p:cNvSpPr/>
          <p:nvPr/>
        </p:nvSpPr>
        <p:spPr>
          <a:xfrm>
            <a:off x="0" y="0"/>
            <a:ext cx="9144000" cy="32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708" name="Google Shape;708;p45"/>
          <p:cNvSpPr txBox="1">
            <a:spLocks noGrp="1"/>
          </p:cNvSpPr>
          <p:nvPr>
            <p:ph type="subTitle" idx="2"/>
          </p:nvPr>
        </p:nvSpPr>
        <p:spPr>
          <a:xfrm>
            <a:off x="4368500" y="2287119"/>
            <a:ext cx="4365600" cy="825300"/>
          </a:xfrm>
          <a:prstGeom prst="rect">
            <a:avLst/>
          </a:prstGeom>
        </p:spPr>
        <p:txBody>
          <a:bodyPr spcFirstLastPara="1" wrap="square" lIns="1620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9" name="Google Shape;709;p45"/>
          <p:cNvSpPr txBox="1">
            <a:spLocks noGrp="1"/>
          </p:cNvSpPr>
          <p:nvPr>
            <p:ph type="subTitle" idx="3"/>
          </p:nvPr>
        </p:nvSpPr>
        <p:spPr>
          <a:xfrm>
            <a:off x="4368500" y="3937225"/>
            <a:ext cx="4365600" cy="825300"/>
          </a:xfrm>
          <a:prstGeom prst="rect">
            <a:avLst/>
          </a:prstGeom>
        </p:spPr>
        <p:txBody>
          <a:bodyPr spcFirstLastPara="1" wrap="square" lIns="1620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45"/>
          <p:cNvSpPr txBox="1">
            <a:spLocks noGrp="1"/>
          </p:cNvSpPr>
          <p:nvPr>
            <p:ph type="subTitle" idx="4"/>
          </p:nvPr>
        </p:nvSpPr>
        <p:spPr>
          <a:xfrm>
            <a:off x="4368500" y="3112144"/>
            <a:ext cx="4365600" cy="825300"/>
          </a:xfrm>
          <a:prstGeom prst="rect">
            <a:avLst/>
          </a:prstGeom>
        </p:spPr>
        <p:txBody>
          <a:bodyPr spcFirstLastPara="1" wrap="square" lIns="1620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1" name="Google Shape;711;p45"/>
          <p:cNvSpPr txBox="1">
            <a:spLocks noGrp="1"/>
          </p:cNvSpPr>
          <p:nvPr>
            <p:ph type="subTitle" idx="5"/>
          </p:nvPr>
        </p:nvSpPr>
        <p:spPr>
          <a:xfrm>
            <a:off x="4368500" y="622654"/>
            <a:ext cx="4365600" cy="825300"/>
          </a:xfrm>
          <a:prstGeom prst="rect">
            <a:avLst/>
          </a:prstGeom>
        </p:spPr>
        <p:txBody>
          <a:bodyPr spcFirstLastPara="1" wrap="square" lIns="1620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subTitle" idx="6"/>
          </p:nvPr>
        </p:nvSpPr>
        <p:spPr>
          <a:xfrm>
            <a:off x="4368500" y="1447665"/>
            <a:ext cx="4365600" cy="835200"/>
          </a:xfrm>
          <a:prstGeom prst="rect">
            <a:avLst/>
          </a:prstGeom>
        </p:spPr>
        <p:txBody>
          <a:bodyPr spcFirstLastPara="1" wrap="square" lIns="1620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3" name="Google Shape;713;p45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4" name="Google Shape;714;p45"/>
          <p:cNvSpPr/>
          <p:nvPr/>
        </p:nvSpPr>
        <p:spPr>
          <a:xfrm>
            <a:off x="8952255" y="115632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15" name="Google Shape;715;p45"/>
          <p:cNvSpPr/>
          <p:nvPr/>
        </p:nvSpPr>
        <p:spPr>
          <a:xfrm rot="10800000">
            <a:off x="8571371" y="115701"/>
            <a:ext cx="78600" cy="89100"/>
          </a:xfrm>
          <a:prstGeom prst="chevron">
            <a:avLst>
              <a:gd name="adj" fmla="val 67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cxnSp>
        <p:nvCxnSpPr>
          <p:cNvPr id="716" name="Google Shape;716;p45"/>
          <p:cNvCxnSpPr/>
          <p:nvPr/>
        </p:nvCxnSpPr>
        <p:spPr>
          <a:xfrm>
            <a:off x="8442400" y="-2095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7" name="Google Shape;717;p45"/>
          <p:cNvCxnSpPr/>
          <p:nvPr/>
        </p:nvCxnSpPr>
        <p:spPr>
          <a:xfrm>
            <a:off x="8801100" y="-2151"/>
            <a:ext cx="0" cy="3273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8" name="Google Shape;718;p45"/>
          <p:cNvSpPr txBox="1">
            <a:spLocks noGrp="1"/>
          </p:cNvSpPr>
          <p:nvPr>
            <p:ph type="subTitle" idx="7"/>
          </p:nvPr>
        </p:nvSpPr>
        <p:spPr>
          <a:xfrm>
            <a:off x="0" y="0"/>
            <a:ext cx="3396600" cy="3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Nunito Sans"/>
              <a:buNone/>
              <a:defRPr sz="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unito Sans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 - Alt 2">
  <p:cSld name="CUSTOM_19_1">
    <p:bg>
      <p:bgPr>
        <a:solidFill>
          <a:schemeClr val="dk1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6"/>
          <p:cNvSpPr txBox="1">
            <a:spLocks noGrp="1"/>
          </p:cNvSpPr>
          <p:nvPr>
            <p:ph type="subTitle" idx="1"/>
          </p:nvPr>
        </p:nvSpPr>
        <p:spPr>
          <a:xfrm>
            <a:off x="2284724" y="3063600"/>
            <a:ext cx="1152600" cy="1078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46"/>
          <p:cNvSpPr txBox="1">
            <a:spLocks noGrp="1"/>
          </p:cNvSpPr>
          <p:nvPr>
            <p:ph type="subTitle" idx="2"/>
          </p:nvPr>
        </p:nvSpPr>
        <p:spPr>
          <a:xfrm>
            <a:off x="4118688" y="3010800"/>
            <a:ext cx="1152600" cy="11844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2" name="Google Shape;722;p46"/>
          <p:cNvSpPr txBox="1">
            <a:spLocks noGrp="1"/>
          </p:cNvSpPr>
          <p:nvPr>
            <p:ph type="subTitle" idx="3"/>
          </p:nvPr>
        </p:nvSpPr>
        <p:spPr>
          <a:xfrm>
            <a:off x="5952638" y="3028050"/>
            <a:ext cx="1131900" cy="1149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3" name="Google Shape;723;p46"/>
          <p:cNvSpPr txBox="1">
            <a:spLocks noGrp="1"/>
          </p:cNvSpPr>
          <p:nvPr>
            <p:ph type="subTitle" idx="4"/>
          </p:nvPr>
        </p:nvSpPr>
        <p:spPr>
          <a:xfrm>
            <a:off x="463475" y="3063600"/>
            <a:ext cx="1152600" cy="1078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46"/>
          <p:cNvSpPr txBox="1">
            <a:spLocks noGrp="1"/>
          </p:cNvSpPr>
          <p:nvPr>
            <p:ph type="subTitle" idx="5"/>
          </p:nvPr>
        </p:nvSpPr>
        <p:spPr>
          <a:xfrm>
            <a:off x="0" y="0"/>
            <a:ext cx="33966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unito Sans"/>
              <a:buNone/>
              <a:defRPr sz="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unito Sans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25" name="Google Shape;725;p46"/>
          <p:cNvSpPr txBox="1">
            <a:spLocks noGrp="1"/>
          </p:cNvSpPr>
          <p:nvPr>
            <p:ph type="subTitle" idx="6"/>
          </p:nvPr>
        </p:nvSpPr>
        <p:spPr>
          <a:xfrm>
            <a:off x="7765912" y="2952300"/>
            <a:ext cx="1131900" cy="13014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6" name="Google Shape;726;p46"/>
          <p:cNvSpPr txBox="1">
            <a:spLocks noGrp="1"/>
          </p:cNvSpPr>
          <p:nvPr>
            <p:ph type="subTitle" idx="7"/>
          </p:nvPr>
        </p:nvSpPr>
        <p:spPr>
          <a:xfrm>
            <a:off x="463475" y="1458450"/>
            <a:ext cx="2296800" cy="849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ExtraLight"/>
              <a:buNone/>
              <a:defRPr>
                <a:solidFill>
                  <a:schemeClr val="lt1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defRPr>
            </a:lvl9pPr>
          </a:lstStyle>
          <a:p>
            <a:endParaRPr/>
          </a:p>
        </p:txBody>
      </p:sp>
      <p:sp>
        <p:nvSpPr>
          <p:cNvPr id="727" name="Google Shape;727;p46"/>
          <p:cNvSpPr txBox="1">
            <a:spLocks noGrp="1"/>
          </p:cNvSpPr>
          <p:nvPr>
            <p:ph type="ctrTitle"/>
          </p:nvPr>
        </p:nvSpPr>
        <p:spPr>
          <a:xfrm>
            <a:off x="335400" y="466575"/>
            <a:ext cx="3173400" cy="9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Tomorrow Light"/>
              <a:buNone/>
              <a:defRPr sz="23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728" name="Google Shape;728;p46"/>
          <p:cNvGrpSpPr/>
          <p:nvPr/>
        </p:nvGrpSpPr>
        <p:grpSpPr>
          <a:xfrm>
            <a:off x="-3175" y="1"/>
            <a:ext cx="9146700" cy="330024"/>
            <a:chOff x="-3175" y="1"/>
            <a:chExt cx="9146700" cy="330024"/>
          </a:xfrm>
        </p:grpSpPr>
        <p:sp>
          <p:nvSpPr>
            <p:cNvPr id="729" name="Google Shape;729;p46"/>
            <p:cNvSpPr/>
            <p:nvPr/>
          </p:nvSpPr>
          <p:spPr>
            <a:xfrm>
              <a:off x="8952255" y="115632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730" name="Google Shape;730;p46"/>
            <p:cNvSpPr/>
            <p:nvPr/>
          </p:nvSpPr>
          <p:spPr>
            <a:xfrm rot="10800000">
              <a:off x="8571371" y="115701"/>
              <a:ext cx="78600" cy="89100"/>
            </a:xfrm>
            <a:prstGeom prst="chevron">
              <a:avLst>
                <a:gd name="adj" fmla="val 679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cxnSp>
          <p:nvCxnSpPr>
            <p:cNvPr id="731" name="Google Shape;731;p46"/>
            <p:cNvCxnSpPr/>
            <p:nvPr/>
          </p:nvCxnSpPr>
          <p:spPr>
            <a:xfrm>
              <a:off x="8442400" y="1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2" name="Google Shape;732;p46"/>
            <p:cNvCxnSpPr/>
            <p:nvPr/>
          </p:nvCxnSpPr>
          <p:spPr>
            <a:xfrm>
              <a:off x="8801100" y="19"/>
              <a:ext cx="0" cy="33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3" name="Google Shape;733;p46"/>
            <p:cNvCxnSpPr/>
            <p:nvPr/>
          </p:nvCxnSpPr>
          <p:spPr>
            <a:xfrm rot="10800000">
              <a:off x="-3175" y="330025"/>
              <a:ext cx="914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">
  <p:cSld name="CUSTOM_14">
    <p:bg>
      <p:bgPr>
        <a:solidFill>
          <a:schemeClr val="dk1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Google Shape;735;p47"/>
          <p:cNvCxnSpPr/>
          <p:nvPr/>
        </p:nvCxnSpPr>
        <p:spPr>
          <a:xfrm>
            <a:off x="3564800" y="-9550"/>
            <a:ext cx="0" cy="513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6" name="Google Shape;736;p47"/>
          <p:cNvCxnSpPr>
            <a:stCxn id="737" idx="3"/>
          </p:cNvCxnSpPr>
          <p:nvPr/>
        </p:nvCxnSpPr>
        <p:spPr>
          <a:xfrm>
            <a:off x="3617150" y="4700200"/>
            <a:ext cx="5089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7" name="Google Shape;737;p47"/>
          <p:cNvSpPr/>
          <p:nvPr/>
        </p:nvSpPr>
        <p:spPr>
          <a:xfrm>
            <a:off x="3512450" y="4647850"/>
            <a:ext cx="104700" cy="10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738" name="Google Shape;738;p47"/>
          <p:cNvCxnSpPr>
            <a:endCxn id="739" idx="2"/>
          </p:cNvCxnSpPr>
          <p:nvPr/>
        </p:nvCxnSpPr>
        <p:spPr>
          <a:xfrm rot="10800000">
            <a:off x="8705825" y="2353400"/>
            <a:ext cx="0" cy="234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0" name="Google Shape;740;p47"/>
          <p:cNvSpPr/>
          <p:nvPr/>
        </p:nvSpPr>
        <p:spPr>
          <a:xfrm>
            <a:off x="8653475" y="464785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cxnSp>
        <p:nvCxnSpPr>
          <p:cNvPr id="741" name="Google Shape;741;p47"/>
          <p:cNvCxnSpPr/>
          <p:nvPr/>
        </p:nvCxnSpPr>
        <p:spPr>
          <a:xfrm rot="10800000">
            <a:off x="-6350" y="2301050"/>
            <a:ext cx="870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2" name="Google Shape;742;p47"/>
          <p:cNvSpPr/>
          <p:nvPr/>
        </p:nvSpPr>
        <p:spPr>
          <a:xfrm>
            <a:off x="3512450" y="2248700"/>
            <a:ext cx="104700" cy="104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8653475" y="2248700"/>
            <a:ext cx="104700" cy="104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743" name="Google Shape;743;p47"/>
          <p:cNvSpPr txBox="1">
            <a:spLocks noGrp="1"/>
          </p:cNvSpPr>
          <p:nvPr>
            <p:ph type="ctrTitle"/>
          </p:nvPr>
        </p:nvSpPr>
        <p:spPr>
          <a:xfrm>
            <a:off x="3564800" y="2301050"/>
            <a:ext cx="5142300" cy="2412300"/>
          </a:xfrm>
          <a:prstGeom prst="rect">
            <a:avLst/>
          </a:prstGeom>
        </p:spPr>
        <p:txBody>
          <a:bodyPr spcFirstLastPara="1" wrap="square" lIns="234000" tIns="91425" rIns="342000" bIns="3060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omorrow Light"/>
              <a:buNone/>
              <a:defRPr sz="3000">
                <a:solidFill>
                  <a:schemeClr val="lt1"/>
                </a:solidFill>
                <a:latin typeface="Tomorrow Light"/>
                <a:ea typeface="Tomorrow Light"/>
                <a:cs typeface="Tomorrow Light"/>
                <a:sym typeface="Tomorrow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46" name="Google Shape;746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5" name="Google Shape;755;p5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0" name="Google Shape;760;p5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65" name="Google Shape;765;p5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6" name="Google Shape;766;p5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71" name="Google Shape;771;p5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9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59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6" name="Google Shape;776;p59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7" name="Google Shape;777;p59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8" name="Google Shape;778;p59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9" name="Google Shape;779;p59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0" name="Google Shape;780;p59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4" name="Google Shape;784;p60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1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87" name="Google Shape;787;p61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8" name="Google Shape;788;p61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9" name="Google Shape;789;p61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0" name="Google Shape;790;p61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2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3" name="Google Shape;793;p62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4" name="Google Shape;794;p6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95" name="Google Shape;795;p62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6" name="Google Shape;796;p62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7" name="Google Shape;797;p62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8" name="Google Shape;798;p62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3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1" name="Google Shape;801;p63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2" name="Google Shape;802;p63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3" name="Google Shape;803;p63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4" name="Google Shape;804;p63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5" name="Google Shape;805;p63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6" name="Google Shape;806;p63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7" name="Google Shape;807;p63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8" name="Google Shape;808;p63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1" name="Google Shape;811;p64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5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4" name="Google Shape;814;p65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15" name="Google Shape;815;p65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65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7" name="Google Shape;817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65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19" name="Google Shape;819;p65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6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2" name="Google Shape;822;p66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23" name="Google Shape;823;p66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24" name="Google Shape;824;p66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5" name="Google Shape;825;p66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26" name="Google Shape;826;p66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7" name="Google Shape;827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66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9" name="Google Shape;829;p66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0" name="Google Shape;830;p66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7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8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35" name="Google Shape;835;p68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68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68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38" name="Google Shape;838;p68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68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0" name="Google Shape;840;p68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68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2" name="Google Shape;842;p68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3" name="Google Shape;843;p68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omorrow"/>
              <a:buNone/>
              <a:defRPr sz="2800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 Sans"/>
              <a:buChar char="●"/>
              <a:defRPr sz="18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.flippingbook.com/view/28964779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9"/>
          <p:cNvSpPr/>
          <p:nvPr/>
        </p:nvSpPr>
        <p:spPr>
          <a:xfrm>
            <a:off x="-44675" y="-42325"/>
            <a:ext cx="9289800" cy="5185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849" name="Google Shape;849;p69" title="Стр0_ред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300" y="-42325"/>
            <a:ext cx="3621825" cy="54348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50;p69">
            <a:extLst>
              <a:ext uri="{FF2B5EF4-FFF2-40B4-BE49-F238E27FC236}">
                <a16:creationId xmlns:a16="http://schemas.microsoft.com/office/drawing/2014/main" xmlns="" id="{7022193C-B907-31BC-9946-AD362A79FB5B}"/>
              </a:ext>
            </a:extLst>
          </p:cNvPr>
          <p:cNvSpPr/>
          <p:nvPr/>
        </p:nvSpPr>
        <p:spPr>
          <a:xfrm rot="16200000">
            <a:off x="4392075" y="2675112"/>
            <a:ext cx="4609800" cy="518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50" name="Google Shape;850;p69"/>
          <p:cNvSpPr/>
          <p:nvPr/>
        </p:nvSpPr>
        <p:spPr>
          <a:xfrm>
            <a:off x="5578550" y="-42325"/>
            <a:ext cx="2220350" cy="51858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51" name="Google Shape;851;p69"/>
          <p:cNvSpPr txBox="1">
            <a:spLocks noGrp="1"/>
          </p:cNvSpPr>
          <p:nvPr>
            <p:ph type="ctrTitle"/>
          </p:nvPr>
        </p:nvSpPr>
        <p:spPr>
          <a:xfrm>
            <a:off x="566250" y="3474200"/>
            <a:ext cx="99372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История создания комикса </a:t>
            </a:r>
            <a:endParaRPr sz="38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“Приключения в Active Directory”</a:t>
            </a:r>
            <a:endParaRPr sz="38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52" name="Google Shape;852;p69"/>
          <p:cNvSpPr txBox="1">
            <a:spLocks noGrp="1"/>
          </p:cNvSpPr>
          <p:nvPr>
            <p:ph type="subTitle" idx="1"/>
          </p:nvPr>
        </p:nvSpPr>
        <p:spPr>
          <a:xfrm>
            <a:off x="437150" y="2817550"/>
            <a:ext cx="5924400" cy="5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CCCCCC"/>
                </a:solidFill>
                <a:latin typeface="Tektur"/>
                <a:ea typeface="Tektur"/>
                <a:cs typeface="Tektur"/>
                <a:sym typeface="Tektur"/>
              </a:rPr>
              <a:t>Авторы: Абабкова А.А., Бобина Е.С.,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CCCCCC"/>
                </a:solidFill>
                <a:latin typeface="Tektur"/>
                <a:ea typeface="Tektur"/>
                <a:cs typeface="Tektur"/>
                <a:sym typeface="Tektur"/>
              </a:rPr>
              <a:t>Самойлов К.С., Шапкин И.В.</a:t>
            </a:r>
            <a:endParaRPr sz="1400" dirty="0">
              <a:solidFill>
                <a:srgbClr val="CCCCCC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437150" y="3358450"/>
            <a:ext cx="39600" cy="1343400"/>
          </a:xfrm>
          <a:prstGeom prst="snip1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E0B19C1-F4BF-C883-8F8E-900AB8AC0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67" y="808267"/>
            <a:ext cx="4235220" cy="126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" grpId="0"/>
      <p:bldP spid="852" grpId="0" build="p"/>
      <p:bldP spid="85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0"/>
          <p:cNvSpPr/>
          <p:nvPr/>
        </p:nvSpPr>
        <p:spPr>
          <a:xfrm>
            <a:off x="871350" y="1165121"/>
            <a:ext cx="2074800" cy="3664500"/>
          </a:xfrm>
          <a:prstGeom prst="snip1Rect">
            <a:avLst>
              <a:gd name="adj" fmla="val 38720"/>
            </a:avLst>
          </a:prstGeom>
          <a:solidFill>
            <a:srgbClr val="666666"/>
          </a:solidFill>
          <a:ln>
            <a:noFill/>
          </a:ln>
        </p:spPr>
        <p:txBody>
          <a:bodyPr spcFirstLastPara="1" wrap="square" lIns="103425" tIns="103425" rIns="103425" bIns="103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r>
              <a:rPr lang="en" sz="1583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583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59" name="Google Shape;859;p70"/>
          <p:cNvSpPr/>
          <p:nvPr/>
        </p:nvSpPr>
        <p:spPr>
          <a:xfrm rot="10800000">
            <a:off x="2946720" y="1165135"/>
            <a:ext cx="2069400" cy="3664500"/>
          </a:xfrm>
          <a:prstGeom prst="snip1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03425" tIns="103425" rIns="103425" bIns="103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3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0" name="Google Shape;860;p70"/>
          <p:cNvSpPr/>
          <p:nvPr/>
        </p:nvSpPr>
        <p:spPr>
          <a:xfrm>
            <a:off x="5011015" y="1166277"/>
            <a:ext cx="2068800" cy="366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03425" tIns="103425" rIns="103425" bIns="103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3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1" name="Google Shape;861;p70"/>
          <p:cNvSpPr/>
          <p:nvPr/>
        </p:nvSpPr>
        <p:spPr>
          <a:xfrm rot="10800000" flipH="1">
            <a:off x="7075008" y="1166125"/>
            <a:ext cx="2068800" cy="3664500"/>
          </a:xfrm>
          <a:prstGeom prst="snip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03425" tIns="103425" rIns="103425" bIns="103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3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2" name="Google Shape;862;p70"/>
          <p:cNvSpPr txBox="1">
            <a:spLocks noGrp="1"/>
          </p:cNvSpPr>
          <p:nvPr>
            <p:ph type="subTitle" idx="1"/>
          </p:nvPr>
        </p:nvSpPr>
        <p:spPr>
          <a:xfrm>
            <a:off x="7084920" y="1725493"/>
            <a:ext cx="2059080" cy="1180403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206860" lvl="0" indent="-140614">
              <a:spcBef>
                <a:spcPts val="1357"/>
              </a:spcBef>
              <a:buClr>
                <a:srgbClr val="FFFFFF"/>
              </a:buClr>
              <a:buSzPts val="1400"/>
              <a:buFont typeface="Tektur"/>
              <a:buChar char="★"/>
            </a:pPr>
            <a:r>
              <a:rPr lang="ru-RU" sz="14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Описание кадров</a:t>
            </a:r>
          </a:p>
          <a:p>
            <a:pPr marL="206860" lvl="0" indent="-140614">
              <a:buClr>
                <a:srgbClr val="FFFFFF"/>
              </a:buClr>
              <a:buSzPts val="1400"/>
              <a:buFont typeface="Tektur"/>
              <a:buChar char="★"/>
            </a:pPr>
            <a:r>
              <a:rPr lang="ru-RU" sz="14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Распределение кадров</a:t>
            </a:r>
          </a:p>
        </p:txBody>
      </p:sp>
      <p:sp>
        <p:nvSpPr>
          <p:cNvPr id="863" name="Google Shape;863;p70"/>
          <p:cNvSpPr txBox="1">
            <a:spLocks noGrp="1"/>
          </p:cNvSpPr>
          <p:nvPr>
            <p:ph type="title"/>
          </p:nvPr>
        </p:nvSpPr>
        <p:spPr>
          <a:xfrm>
            <a:off x="7084920" y="1330496"/>
            <a:ext cx="2053783" cy="353100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en" sz="1800" dirty="0">
                <a:latin typeface="Tektur"/>
                <a:ea typeface="Tektur"/>
                <a:cs typeface="Tektur"/>
                <a:sym typeface="Tektur"/>
              </a:rPr>
              <a:t>Сценарист</a:t>
            </a:r>
            <a:endParaRPr sz="1800" dirty="0"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4" name="Google Shape;864;p70"/>
          <p:cNvSpPr txBox="1">
            <a:spLocks noGrp="1"/>
          </p:cNvSpPr>
          <p:nvPr>
            <p:ph type="subTitle" idx="2"/>
          </p:nvPr>
        </p:nvSpPr>
        <p:spPr>
          <a:xfrm>
            <a:off x="5016120" y="3651923"/>
            <a:ext cx="2068800" cy="1026600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206860" lvl="0" indent="-1406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Обработка рисунков</a:t>
            </a:r>
            <a:endParaRPr sz="14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  <a:p>
            <a:pPr marL="206860" lvl="0" indent="-1406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Написание диалогов</a:t>
            </a:r>
            <a:endParaRPr sz="14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5" name="Google Shape;865;p70"/>
          <p:cNvSpPr txBox="1">
            <a:spLocks noGrp="1"/>
          </p:cNvSpPr>
          <p:nvPr>
            <p:ph type="title" idx="3"/>
          </p:nvPr>
        </p:nvSpPr>
        <p:spPr>
          <a:xfrm>
            <a:off x="5016688" y="2963916"/>
            <a:ext cx="2047237" cy="662973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en" sz="18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Редактор,</a:t>
            </a:r>
            <a:endParaRPr sz="18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en" sz="18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сценарист</a:t>
            </a:r>
            <a:endParaRPr sz="18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6" name="Google Shape;866;p70"/>
          <p:cNvSpPr txBox="1">
            <a:spLocks noGrp="1"/>
          </p:cNvSpPr>
          <p:nvPr>
            <p:ph type="subTitle" idx="4"/>
          </p:nvPr>
        </p:nvSpPr>
        <p:spPr>
          <a:xfrm>
            <a:off x="2946150" y="1948595"/>
            <a:ext cx="2058888" cy="1081923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206860" lvl="0" indent="-140614" algn="l" rtl="0">
              <a:lnSpc>
                <a:spcPct val="100000"/>
              </a:lnSpc>
              <a:spcBef>
                <a:spcPts val="1357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Обработка рисунков</a:t>
            </a:r>
            <a:endParaRPr sz="14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  <a:p>
            <a:pPr marL="206860" lvl="0" indent="-1406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Описание кадров</a:t>
            </a:r>
            <a:endParaRPr sz="14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7" name="Google Shape;867;p70"/>
          <p:cNvSpPr txBox="1">
            <a:spLocks noGrp="1"/>
          </p:cNvSpPr>
          <p:nvPr>
            <p:ph type="title" idx="5"/>
          </p:nvPr>
        </p:nvSpPr>
        <p:spPr>
          <a:xfrm>
            <a:off x="2946150" y="1266571"/>
            <a:ext cx="2058888" cy="633300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9"/>
              <a:buFont typeface="Arial"/>
              <a:buNone/>
            </a:pPr>
            <a:r>
              <a:rPr lang="en" sz="1800" dirty="0">
                <a:solidFill>
                  <a:srgbClr val="434343"/>
                </a:solidFill>
                <a:latin typeface="Tektur"/>
                <a:ea typeface="Tektur"/>
                <a:cs typeface="Tektur"/>
                <a:sym typeface="Tektur"/>
              </a:rPr>
              <a:t>Редактор, сценарист</a:t>
            </a:r>
            <a:endParaRPr sz="1800" dirty="0">
              <a:solidFill>
                <a:srgbClr val="434343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8" name="Google Shape;868;p70"/>
          <p:cNvSpPr txBox="1">
            <a:spLocks noGrp="1"/>
          </p:cNvSpPr>
          <p:nvPr>
            <p:ph type="subTitle" idx="6"/>
          </p:nvPr>
        </p:nvSpPr>
        <p:spPr>
          <a:xfrm>
            <a:off x="870781" y="3626890"/>
            <a:ext cx="2075938" cy="1051500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rmAutofit fontScale="92500"/>
          </a:bodyPr>
          <a:lstStyle/>
          <a:p>
            <a:pPr marL="206860" lvl="0" indent="-140614" algn="l" rtl="0">
              <a:lnSpc>
                <a:spcPct val="100000"/>
              </a:lnSpc>
              <a:spcBef>
                <a:spcPts val="1357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Воплощение идей</a:t>
            </a:r>
            <a:endParaRPr sz="14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  <a:p>
            <a:pPr marL="206860" lvl="0" indent="-14061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ektur"/>
              <a:buChar char="★"/>
            </a:pPr>
            <a:r>
              <a:rPr lang="en" sz="14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Отрисовка кадров</a:t>
            </a:r>
            <a:endParaRPr sz="14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69" name="Google Shape;869;p70"/>
          <p:cNvSpPr txBox="1">
            <a:spLocks noGrp="1"/>
          </p:cNvSpPr>
          <p:nvPr>
            <p:ph type="title" idx="7"/>
          </p:nvPr>
        </p:nvSpPr>
        <p:spPr>
          <a:xfrm>
            <a:off x="870781" y="3080703"/>
            <a:ext cx="2075938" cy="353100"/>
          </a:xfrm>
          <a:prstGeom prst="rect">
            <a:avLst/>
          </a:prstGeom>
        </p:spPr>
        <p:txBody>
          <a:bodyPr spcFirstLastPara="1" wrap="square" lIns="103425" tIns="103425" rIns="103425" bIns="103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lang="en" sz="18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Художник</a:t>
            </a:r>
            <a:endParaRPr sz="18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70" name="Google Shape;870;p70"/>
          <p:cNvSpPr txBox="1">
            <a:spLocks noGrp="1"/>
          </p:cNvSpPr>
          <p:nvPr>
            <p:ph type="ctrTitle" idx="19"/>
          </p:nvPr>
        </p:nvSpPr>
        <p:spPr>
          <a:xfrm>
            <a:off x="144025" y="317068"/>
            <a:ext cx="5277600" cy="5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dirty="0">
                <a:latin typeface="Tektur"/>
                <a:ea typeface="Tektur"/>
                <a:cs typeface="Tektur"/>
                <a:sym typeface="Tektur"/>
              </a:rPr>
              <a:t>Распределение ролей</a:t>
            </a:r>
            <a:endParaRPr sz="2500" dirty="0"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871" name="Google Shape;871;p70"/>
          <p:cNvPicPr preferRelativeResize="0"/>
          <p:nvPr/>
        </p:nvPicPr>
        <p:blipFill>
          <a:blip r:embed="rId3"/>
          <a:srcRect/>
          <a:stretch/>
        </p:blipFill>
        <p:spPr>
          <a:xfrm>
            <a:off x="3252030" y="3127091"/>
            <a:ext cx="1435465" cy="179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0"/>
          <p:cNvPicPr preferRelativeResize="0"/>
          <p:nvPr/>
        </p:nvPicPr>
        <p:blipFill>
          <a:blip r:embed="rId4"/>
          <a:srcRect/>
          <a:stretch/>
        </p:blipFill>
        <p:spPr>
          <a:xfrm>
            <a:off x="1122095" y="1006413"/>
            <a:ext cx="1573310" cy="1899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0"/>
          <p:cNvPicPr preferRelativeResize="0"/>
          <p:nvPr/>
        </p:nvPicPr>
        <p:blipFill>
          <a:blip r:embed="rId5"/>
          <a:srcRect/>
          <a:stretch/>
        </p:blipFill>
        <p:spPr>
          <a:xfrm>
            <a:off x="7400553" y="3028238"/>
            <a:ext cx="1437375" cy="189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0"/>
          <p:cNvPicPr preferRelativeResize="0"/>
          <p:nvPr/>
        </p:nvPicPr>
        <p:blipFill>
          <a:blip r:embed="rId6"/>
          <a:srcRect/>
          <a:stretch/>
        </p:blipFill>
        <p:spPr>
          <a:xfrm>
            <a:off x="5322000" y="1006413"/>
            <a:ext cx="1437375" cy="1890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" grpId="0" animBg="1"/>
      <p:bldP spid="859" grpId="0" animBg="1"/>
      <p:bldP spid="860" grpId="0" animBg="1"/>
      <p:bldP spid="861" grpId="0" animBg="1"/>
      <p:bldP spid="862" grpId="0" build="p"/>
      <p:bldP spid="863" grpId="0"/>
      <p:bldP spid="864" grpId="0" uiExpand="1" build="p"/>
      <p:bldP spid="865" grpId="0"/>
      <p:bldP spid="866" grpId="0" uiExpand="1" build="p"/>
      <p:bldP spid="867" grpId="0"/>
      <p:bldP spid="868" grpId="0" build="p"/>
      <p:bldP spid="869" grpId="0"/>
      <p:bldP spid="8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879;p71"/>
          <p:cNvCxnSpPr>
            <a:cxnSpLocks/>
          </p:cNvCxnSpPr>
          <p:nvPr/>
        </p:nvCxnSpPr>
        <p:spPr>
          <a:xfrm>
            <a:off x="2315950" y="1080985"/>
            <a:ext cx="0" cy="38597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0" name="Google Shape;880;p71"/>
          <p:cNvCxnSpPr>
            <a:cxnSpLocks/>
          </p:cNvCxnSpPr>
          <p:nvPr/>
        </p:nvCxnSpPr>
        <p:spPr>
          <a:xfrm>
            <a:off x="4629075" y="1080985"/>
            <a:ext cx="0" cy="26657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1" name="Google Shape;881;p71"/>
          <p:cNvCxnSpPr>
            <a:cxnSpLocks/>
          </p:cNvCxnSpPr>
          <p:nvPr/>
        </p:nvCxnSpPr>
        <p:spPr>
          <a:xfrm>
            <a:off x="6894300" y="1080985"/>
            <a:ext cx="0" cy="26657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2" name="Google Shape;882;p71"/>
          <p:cNvCxnSpPr>
            <a:cxnSpLocks/>
          </p:cNvCxnSpPr>
          <p:nvPr/>
        </p:nvCxnSpPr>
        <p:spPr>
          <a:xfrm>
            <a:off x="0" y="3946575"/>
            <a:ext cx="231595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3" name="Google Shape;883;p71"/>
          <p:cNvSpPr txBox="1">
            <a:spLocks noGrp="1"/>
          </p:cNvSpPr>
          <p:nvPr>
            <p:ph type="subTitle" idx="2"/>
          </p:nvPr>
        </p:nvSpPr>
        <p:spPr>
          <a:xfrm>
            <a:off x="372875" y="1542500"/>
            <a:ext cx="1666200" cy="765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latin typeface="Tektur"/>
                <a:ea typeface="Tektur"/>
                <a:cs typeface="Tektur"/>
                <a:sym typeface="Tektur"/>
              </a:rPr>
              <a:t>Составление описания кадров на странице</a:t>
            </a:r>
            <a:endParaRPr sz="1400" b="0" dirty="0"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84" name="Google Shape;884;p71"/>
          <p:cNvSpPr txBox="1">
            <a:spLocks noGrp="1"/>
          </p:cNvSpPr>
          <p:nvPr>
            <p:ph type="subTitle" idx="5"/>
          </p:nvPr>
        </p:nvSpPr>
        <p:spPr>
          <a:xfrm>
            <a:off x="2663826" y="1542507"/>
            <a:ext cx="1897800" cy="265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0" dirty="0">
                <a:latin typeface="Tektur"/>
                <a:ea typeface="Tektur"/>
                <a:cs typeface="Tektur"/>
                <a:sym typeface="Tektur"/>
              </a:rPr>
              <a:t>Отрисовка страниц</a:t>
            </a:r>
            <a:endParaRPr sz="1400" b="0" dirty="0"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85" name="Google Shape;885;p71"/>
          <p:cNvSpPr txBox="1">
            <a:spLocks noGrp="1"/>
          </p:cNvSpPr>
          <p:nvPr>
            <p:ph type="subTitle" idx="8"/>
          </p:nvPr>
        </p:nvSpPr>
        <p:spPr>
          <a:xfrm>
            <a:off x="4928600" y="1542507"/>
            <a:ext cx="1965600" cy="58556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latin typeface="Tektur"/>
                <a:ea typeface="Tektur"/>
                <a:cs typeface="Tektur"/>
                <a:sym typeface="Tektur"/>
              </a:rPr>
              <a:t>Обработка страниц с помощью ИИ</a:t>
            </a:r>
            <a:endParaRPr sz="1400" b="0" dirty="0"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86" name="Google Shape;886;p71"/>
          <p:cNvSpPr txBox="1">
            <a:spLocks noGrp="1"/>
          </p:cNvSpPr>
          <p:nvPr>
            <p:ph type="title" idx="7"/>
          </p:nvPr>
        </p:nvSpPr>
        <p:spPr>
          <a:xfrm>
            <a:off x="4928588" y="1101318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_3</a:t>
            </a:r>
            <a:endParaRPr dirty="0"/>
          </a:p>
        </p:txBody>
      </p:sp>
      <p:sp>
        <p:nvSpPr>
          <p:cNvPr id="887" name="Google Shape;887;p71"/>
          <p:cNvSpPr txBox="1">
            <a:spLocks noGrp="1"/>
          </p:cNvSpPr>
          <p:nvPr>
            <p:ph type="title"/>
          </p:nvPr>
        </p:nvSpPr>
        <p:spPr>
          <a:xfrm>
            <a:off x="372875" y="1101318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_1</a:t>
            </a:r>
            <a:endParaRPr dirty="0"/>
          </a:p>
        </p:txBody>
      </p:sp>
      <p:sp>
        <p:nvSpPr>
          <p:cNvPr id="888" name="Google Shape;888;p71"/>
          <p:cNvSpPr txBox="1">
            <a:spLocks noGrp="1"/>
          </p:cNvSpPr>
          <p:nvPr>
            <p:ph type="title" idx="4"/>
          </p:nvPr>
        </p:nvSpPr>
        <p:spPr>
          <a:xfrm>
            <a:off x="2663813" y="1101318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_2</a:t>
            </a:r>
            <a:endParaRPr dirty="0"/>
          </a:p>
        </p:txBody>
      </p:sp>
      <p:sp>
        <p:nvSpPr>
          <p:cNvPr id="889" name="Google Shape;889;p71"/>
          <p:cNvSpPr txBox="1">
            <a:spLocks noGrp="1"/>
          </p:cNvSpPr>
          <p:nvPr>
            <p:ph type="title" idx="13"/>
          </p:nvPr>
        </p:nvSpPr>
        <p:spPr>
          <a:xfrm>
            <a:off x="7129550" y="1101318"/>
            <a:ext cx="1666200" cy="480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_4</a:t>
            </a:r>
            <a:endParaRPr dirty="0"/>
          </a:p>
        </p:txBody>
      </p:sp>
      <p:sp>
        <p:nvSpPr>
          <p:cNvPr id="890" name="Google Shape;890;p71"/>
          <p:cNvSpPr txBox="1">
            <a:spLocks noGrp="1"/>
          </p:cNvSpPr>
          <p:nvPr>
            <p:ph type="subTitle" idx="14"/>
          </p:nvPr>
        </p:nvSpPr>
        <p:spPr>
          <a:xfrm>
            <a:off x="7129550" y="1542500"/>
            <a:ext cx="1666200" cy="49691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b="0" dirty="0">
                <a:latin typeface="Tektur"/>
                <a:ea typeface="Tektur"/>
                <a:cs typeface="Tektur"/>
                <a:sym typeface="Tektur"/>
              </a:rPr>
              <a:t>Обработка в фотошопе</a:t>
            </a:r>
            <a:endParaRPr sz="1400" b="0" dirty="0"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891" name="Google Shape;891;p71"/>
          <p:cNvSpPr txBox="1">
            <a:spLocks noGrp="1"/>
          </p:cNvSpPr>
          <p:nvPr>
            <p:ph type="subTitle" idx="1"/>
          </p:nvPr>
        </p:nvSpPr>
        <p:spPr>
          <a:xfrm>
            <a:off x="223175" y="4114375"/>
            <a:ext cx="1965600" cy="939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Tektur"/>
                <a:ea typeface="Tektur"/>
                <a:cs typeface="Tektur"/>
                <a:sym typeface="Tektur"/>
              </a:rPr>
              <a:t>на примере одной страницы</a:t>
            </a:r>
            <a:endParaRPr sz="2000" dirty="0">
              <a:latin typeface="Tektur"/>
              <a:ea typeface="Tektur"/>
              <a:cs typeface="Tektur"/>
              <a:sym typeface="Tektu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92" name="Google Shape;892;p71"/>
          <p:cNvSpPr txBox="1">
            <a:spLocks noGrp="1"/>
          </p:cNvSpPr>
          <p:nvPr>
            <p:ph type="ctrTitle" idx="16"/>
          </p:nvPr>
        </p:nvSpPr>
        <p:spPr>
          <a:xfrm>
            <a:off x="266625" y="432500"/>
            <a:ext cx="7720200" cy="5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dirty="0">
                <a:latin typeface="Tektur"/>
                <a:ea typeface="Tektur"/>
                <a:cs typeface="Tektur"/>
                <a:sym typeface="Tektur"/>
              </a:rPr>
              <a:t>Этапы работы </a:t>
            </a:r>
            <a:endParaRPr sz="2500" dirty="0"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893" name="Google Shape;89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75" y="2624825"/>
            <a:ext cx="2135759" cy="7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1" title="photo_5355243740857044852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664" y="2152033"/>
            <a:ext cx="1897696" cy="263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1" title="photo_5355243740857044882_y (3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4864" y="2128067"/>
            <a:ext cx="1761144" cy="26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1" title="photo_5357282450163306098_y (1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9681" y="2128096"/>
            <a:ext cx="1761144" cy="26427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71"/>
          <p:cNvCxnSpPr/>
          <p:nvPr/>
        </p:nvCxnSpPr>
        <p:spPr>
          <a:xfrm>
            <a:off x="-261" y="1080985"/>
            <a:ext cx="9153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build="p"/>
      <p:bldP spid="884" grpId="0" build="p"/>
      <p:bldP spid="885" grpId="0" build="p"/>
      <p:bldP spid="886" grpId="0"/>
      <p:bldP spid="887" grpId="0"/>
      <p:bldP spid="888" grpId="0"/>
      <p:bldP spid="889" grpId="0"/>
      <p:bldP spid="890" grpId="0" build="p"/>
      <p:bldP spid="891" grpId="0" build="p"/>
      <p:bldP spid="8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xmlns="" id="{B8D31123-1763-8CB8-36E8-248224E9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>
                <a:latin typeface="Tektur" panose="020B0604020202020204" charset="0"/>
              </a:rPr>
              <a:t>ChatGPT</a:t>
            </a:r>
            <a:endParaRPr lang="ru-RU" sz="2800" dirty="0">
              <a:latin typeface="Tektur" panose="020B0604020202020204" charset="0"/>
            </a:endParaRPr>
          </a:p>
        </p:txBody>
      </p:sp>
      <p:sp>
        <p:nvSpPr>
          <p:cNvPr id="19" name="Подзаголовок 18">
            <a:extLst>
              <a:ext uri="{FF2B5EF4-FFF2-40B4-BE49-F238E27FC236}">
                <a16:creationId xmlns:a16="http://schemas.microsoft.com/office/drawing/2014/main" xmlns="" id="{3DF3DC23-6C87-10E1-5C43-B09E3F1C011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00" dirty="0">
                <a:latin typeface="Tektur" panose="020B0604020202020204" charset="0"/>
              </a:rPr>
              <a:t>Обработка кадров</a:t>
            </a:r>
          </a:p>
        </p:txBody>
      </p:sp>
      <p:sp>
        <p:nvSpPr>
          <p:cNvPr id="21" name="Заголовок 20">
            <a:extLst>
              <a:ext uri="{FF2B5EF4-FFF2-40B4-BE49-F238E27FC236}">
                <a16:creationId xmlns:a16="http://schemas.microsoft.com/office/drawing/2014/main" xmlns="" id="{C50B8EEA-7821-D15E-6DFF-333AF0D40EED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2532635" y="1907000"/>
            <a:ext cx="1935456" cy="4806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Tektur" panose="020B0604020202020204" charset="0"/>
              </a:rPr>
              <a:t>Adobe PS</a:t>
            </a:r>
            <a:endParaRPr lang="ru-RU" sz="2800" dirty="0">
              <a:latin typeface="Tektur" panose="020B0604020202020204" charset="0"/>
            </a:endParaRPr>
          </a:p>
        </p:txBody>
      </p:sp>
      <p:sp>
        <p:nvSpPr>
          <p:cNvPr id="22" name="Подзаголовок 21">
            <a:extLst>
              <a:ext uri="{FF2B5EF4-FFF2-40B4-BE49-F238E27FC236}">
                <a16:creationId xmlns:a16="http://schemas.microsoft.com/office/drawing/2014/main" xmlns="" id="{734E303A-454F-B600-DC28-1DBDDF39D4B8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00" dirty="0">
                <a:latin typeface="Tektur" panose="020B0604020202020204" charset="0"/>
              </a:rPr>
              <a:t>Доработка </a:t>
            </a:r>
            <a:r>
              <a:rPr lang="ru-RU" sz="900" dirty="0" smtClean="0">
                <a:latin typeface="Tektur" panose="020B0604020202020204" charset="0"/>
              </a:rPr>
              <a:t>кадров</a:t>
            </a:r>
            <a:endParaRPr lang="ru-RU" sz="900" dirty="0">
              <a:latin typeface="Tektur" panose="020B0604020202020204" charset="0"/>
            </a:endParaRPr>
          </a:p>
        </p:txBody>
      </p:sp>
      <p:sp>
        <p:nvSpPr>
          <p:cNvPr id="24" name="Заголовок 23">
            <a:extLst>
              <a:ext uri="{FF2B5EF4-FFF2-40B4-BE49-F238E27FC236}">
                <a16:creationId xmlns:a16="http://schemas.microsoft.com/office/drawing/2014/main" xmlns="" id="{751FE54D-747E-2F64-9A0D-DDFF1F4A3E5A}"/>
              </a:ext>
            </a:extLst>
          </p:cNvPr>
          <p:cNvSpPr>
            <a:spLocks noGrp="1"/>
          </p:cNvSpPr>
          <p:nvPr>
            <p:ph type="title" idx="8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595959"/>
                </a:solidFill>
                <a:latin typeface="Tektur" panose="020B0604020202020204" charset="0"/>
              </a:rPr>
              <a:t>Adobe</a:t>
            </a:r>
            <a:r>
              <a:rPr lang="en-US" sz="2800" dirty="0">
                <a:latin typeface="Tektur" panose="020B0604020202020204" charset="0"/>
              </a:rPr>
              <a:t> </a:t>
            </a:r>
            <a:r>
              <a:rPr lang="en-US" sz="2800" dirty="0">
                <a:solidFill>
                  <a:srgbClr val="595959"/>
                </a:solidFill>
                <a:latin typeface="Tektur" panose="020B0604020202020204" charset="0"/>
              </a:rPr>
              <a:t>AI</a:t>
            </a:r>
            <a:endParaRPr lang="ru-RU" sz="2800" dirty="0">
              <a:solidFill>
                <a:srgbClr val="595959"/>
              </a:solidFill>
              <a:latin typeface="Tektur" panose="020B0604020202020204" charset="0"/>
            </a:endParaRPr>
          </a:p>
        </p:txBody>
      </p:sp>
      <p:sp>
        <p:nvSpPr>
          <p:cNvPr id="25" name="Подзаголовок 24">
            <a:extLst>
              <a:ext uri="{FF2B5EF4-FFF2-40B4-BE49-F238E27FC236}">
                <a16:creationId xmlns:a16="http://schemas.microsoft.com/office/drawing/2014/main" xmlns="" id="{FEDBC8C3-9514-8FB7-1CE3-7F675F19C396}"/>
              </a:ext>
            </a:extLst>
          </p:cNvPr>
          <p:cNvSpPr>
            <a:spLocks noGrp="1"/>
          </p:cNvSpPr>
          <p:nvPr>
            <p:ph type="subTitle" idx="9"/>
          </p:nvPr>
        </p:nvSpPr>
        <p:spPr/>
        <p:txBody>
          <a:bodyPr>
            <a:noAutofit/>
          </a:bodyPr>
          <a:lstStyle/>
          <a:p>
            <a:pPr algn="ctr"/>
            <a:r>
              <a:rPr lang="ru-RU" sz="900" dirty="0">
                <a:solidFill>
                  <a:srgbClr val="595959"/>
                </a:solidFill>
                <a:latin typeface="Tektur" panose="020B0604020202020204" charset="0"/>
              </a:rPr>
              <a:t>Доработка кадров</a:t>
            </a:r>
            <a:endParaRPr lang="ru-RU" sz="900" dirty="0">
              <a:solidFill>
                <a:srgbClr val="595959"/>
              </a:solidFill>
              <a:latin typeface="Tektur" panose="020B0604020202020204" charset="0"/>
            </a:endParaRPr>
          </a:p>
        </p:txBody>
      </p:sp>
      <p:sp>
        <p:nvSpPr>
          <p:cNvPr id="27" name="Заголовок 26">
            <a:extLst>
              <a:ext uri="{FF2B5EF4-FFF2-40B4-BE49-F238E27FC236}">
                <a16:creationId xmlns:a16="http://schemas.microsoft.com/office/drawing/2014/main" xmlns="" id="{C67B0F80-D5D9-7941-4145-8586B7088D3D}"/>
              </a:ext>
            </a:extLst>
          </p:cNvPr>
          <p:cNvSpPr>
            <a:spLocks noGrp="1"/>
          </p:cNvSpPr>
          <p:nvPr>
            <p:ph type="title" idx="14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>
                <a:latin typeface="Tektur" panose="020B0604020202020204" charset="0"/>
              </a:rPr>
              <a:t>Flipbook</a:t>
            </a:r>
            <a:endParaRPr lang="ru-RU" sz="2800" dirty="0">
              <a:latin typeface="Tektur" panose="020B0604020202020204" charset="0"/>
            </a:endParaRPr>
          </a:p>
        </p:txBody>
      </p:sp>
      <p:sp>
        <p:nvSpPr>
          <p:cNvPr id="28" name="Подзаголовок 27">
            <a:extLst>
              <a:ext uri="{FF2B5EF4-FFF2-40B4-BE49-F238E27FC236}">
                <a16:creationId xmlns:a16="http://schemas.microsoft.com/office/drawing/2014/main" xmlns="" id="{EA7BED68-07C4-CB5E-D1BD-FE0120AC13D1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6893250" y="2541974"/>
            <a:ext cx="1666200" cy="361246"/>
          </a:xfrm>
        </p:spPr>
        <p:txBody>
          <a:bodyPr>
            <a:normAutofit/>
          </a:bodyPr>
          <a:lstStyle/>
          <a:p>
            <a:pPr algn="ctr"/>
            <a:r>
              <a:rPr lang="ru-RU" sz="900" dirty="0">
                <a:latin typeface="Tektur" panose="020B0604020202020204" charset="0"/>
              </a:rPr>
              <a:t>Публикация</a:t>
            </a:r>
          </a:p>
        </p:txBody>
      </p:sp>
      <p:sp>
        <p:nvSpPr>
          <p:cNvPr id="29" name="Заголовок 28">
            <a:extLst>
              <a:ext uri="{FF2B5EF4-FFF2-40B4-BE49-F238E27FC236}">
                <a16:creationId xmlns:a16="http://schemas.microsoft.com/office/drawing/2014/main" xmlns="" id="{C1DE8C94-B0A5-9AB4-8F54-351ADD6CB1D1}"/>
              </a:ext>
            </a:extLst>
          </p:cNvPr>
          <p:cNvSpPr>
            <a:spLocks noGrp="1"/>
          </p:cNvSpPr>
          <p:nvPr>
            <p:ph type="ctrTitle" idx="16"/>
          </p:nvPr>
        </p:nvSpPr>
        <p:spPr>
          <a:xfrm>
            <a:off x="335400" y="466575"/>
            <a:ext cx="5318640" cy="724200"/>
          </a:xfrm>
        </p:spPr>
        <p:txBody>
          <a:bodyPr>
            <a:normAutofit/>
          </a:bodyPr>
          <a:lstStyle/>
          <a:p>
            <a:r>
              <a:rPr lang="ru-RU" sz="2500" dirty="0">
                <a:latin typeface="Tektur" panose="020B0604020202020204" charset="0"/>
              </a:rPr>
              <a:t>Использованные инструменты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xmlns="" id="{FD791BCF-1E48-2C15-FFE3-C802ABC33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6444" l="3556" r="96000">
                        <a14:foregroundMark x1="11556" y1="58667" x2="10667" y2="62222"/>
                        <a14:foregroundMark x1="8889" y1="57778" x2="3556" y2="38222"/>
                        <a14:foregroundMark x1="37333" y1="42222" x2="36889" y2="35556"/>
                        <a14:foregroundMark x1="56889" y1="30667" x2="66222" y2="28444"/>
                        <a14:foregroundMark x1="80000" y1="35556" x2="88000" y2="41333"/>
                        <a14:foregroundMark x1="90667" y1="35111" x2="90222" y2="41333"/>
                        <a14:foregroundMark x1="93778" y1="48000" x2="96000" y2="60000"/>
                        <a14:foregroundMark x1="76889" y1="68000" x2="76444" y2="79556"/>
                        <a14:foregroundMark x1="62667" y1="64444" x2="62667" y2="52000"/>
                        <a14:foregroundMark x1="56000" y1="62667" x2="43556" y2="68000"/>
                        <a14:foregroundMark x1="45778" y1="62667" x2="34222" y2="56000"/>
                        <a14:foregroundMark x1="37778" y1="53778" x2="37333" y2="44444"/>
                        <a14:foregroundMark x1="37778" y1="32444" x2="37333" y2="26222"/>
                        <a14:foregroundMark x1="43111" y1="22667" x2="56889" y2="15111"/>
                        <a14:foregroundMark x1="38667" y1="40889" x2="56000" y2="31556"/>
                        <a14:foregroundMark x1="52444" y1="36444" x2="63111" y2="43111"/>
                        <a14:foregroundMark x1="77333" y1="51556" x2="76889" y2="61333"/>
                        <a14:foregroundMark x1="92000" y1="69778" x2="84444" y2="76444"/>
                        <a14:foregroundMark x1="91111" y1="30667" x2="90667" y2="24444"/>
                        <a14:foregroundMark x1="65778" y1="11556" x2="73778" y2="11111"/>
                        <a14:foregroundMark x1="50222" y1="4000" x2="31556" y2="4889"/>
                        <a14:foregroundMark x1="37333" y1="88889" x2="29778" y2="89333"/>
                        <a14:foregroundMark x1="47556" y1="94667" x2="56889" y2="96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769" y="3003716"/>
            <a:ext cx="1127762" cy="110329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xmlns="" id="{37B10D24-40BA-AE85-DAAF-E916847AE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482" y="3007696"/>
            <a:ext cx="1127762" cy="1099313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xmlns="" id="{A94BA0FC-E033-463B-DDAE-AEE532623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807" y="3007696"/>
            <a:ext cx="1127762" cy="11032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F530196-0D1D-A6B2-1D26-8B182B45C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468" y="3008966"/>
            <a:ext cx="1127763" cy="109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4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build="p"/>
      <p:bldP spid="21" grpId="0"/>
      <p:bldP spid="22" grpId="0" build="p"/>
      <p:bldP spid="24" grpId="0"/>
      <p:bldP spid="25" grpId="0" build="p"/>
      <p:bldP spid="27" grpId="0"/>
      <p:bldP spid="28" grpId="0" build="p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2"/>
          <p:cNvSpPr txBox="1">
            <a:spLocks noGrp="1"/>
          </p:cNvSpPr>
          <p:nvPr>
            <p:ph type="subTitle" idx="4294967295"/>
          </p:nvPr>
        </p:nvSpPr>
        <p:spPr>
          <a:xfrm>
            <a:off x="505250" y="500978"/>
            <a:ext cx="33966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3273"/>
              <a:buFont typeface="Nunito Sans"/>
              <a:buNone/>
            </a:pPr>
            <a:r>
              <a:rPr lang="en" sz="1600" dirty="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rPr>
              <a:t>Отсканируйте QR-код</a:t>
            </a:r>
            <a:endParaRPr sz="1600" dirty="0">
              <a:solidFill>
                <a:schemeClr val="lt1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903" name="Google Shape;903;p72"/>
          <p:cNvSpPr/>
          <p:nvPr/>
        </p:nvSpPr>
        <p:spPr>
          <a:xfrm>
            <a:off x="437150" y="666850"/>
            <a:ext cx="68100" cy="98400"/>
          </a:xfrm>
          <a:prstGeom prst="chevron">
            <a:avLst>
              <a:gd name="adj" fmla="val 6576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904" name="Google Shape;904;p72"/>
          <p:cNvSpPr/>
          <p:nvPr/>
        </p:nvSpPr>
        <p:spPr>
          <a:xfrm>
            <a:off x="408650" y="4049899"/>
            <a:ext cx="68100" cy="745800"/>
          </a:xfrm>
          <a:prstGeom prst="snip1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905" name="Google Shape;905;p72"/>
          <p:cNvSpPr txBox="1">
            <a:spLocks noGrp="1"/>
          </p:cNvSpPr>
          <p:nvPr>
            <p:ph type="ctrTitle"/>
          </p:nvPr>
        </p:nvSpPr>
        <p:spPr>
          <a:xfrm>
            <a:off x="566250" y="3568274"/>
            <a:ext cx="70821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>
                <a:solidFill>
                  <a:srgbClr val="FFFFFF"/>
                </a:solidFill>
                <a:latin typeface="Tektur"/>
                <a:ea typeface="Tektur"/>
                <a:cs typeface="Tektur"/>
                <a:sym typeface="Tektur"/>
              </a:rPr>
              <a:t>Посмотреть результат</a:t>
            </a:r>
            <a:endParaRPr sz="3800" dirty="0">
              <a:solidFill>
                <a:srgbClr val="FFFFFF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sp>
        <p:nvSpPr>
          <p:cNvPr id="3" name="Google Shape;902;p72">
            <a:extLst>
              <a:ext uri="{FF2B5EF4-FFF2-40B4-BE49-F238E27FC236}">
                <a16:creationId xmlns:a16="http://schemas.microsoft.com/office/drawing/2014/main" xmlns="" id="{F5A5304B-F9A2-2913-D57C-DC9CE0A02DAF}"/>
              </a:ext>
            </a:extLst>
          </p:cNvPr>
          <p:cNvSpPr txBox="1">
            <a:spLocks/>
          </p:cNvSpPr>
          <p:nvPr/>
        </p:nvSpPr>
        <p:spPr>
          <a:xfrm>
            <a:off x="7024254" y="3431599"/>
            <a:ext cx="1837523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 Sans"/>
              <a:buChar char="●"/>
              <a:defRPr sz="18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indent="0" algn="r">
              <a:spcAft>
                <a:spcPts val="1200"/>
              </a:spcAft>
              <a:buSzPts val="3273"/>
              <a:buFont typeface="Nunito Sans"/>
              <a:buNone/>
            </a:pPr>
            <a:r>
              <a:rPr lang="ru-RU" sz="1500" dirty="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rPr>
              <a:t>Либо перейдите</a:t>
            </a:r>
            <a:br>
              <a:rPr lang="ru-RU" sz="1500" dirty="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rPr>
            </a:br>
            <a:r>
              <a:rPr lang="ru-RU" sz="1500" dirty="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</a:rPr>
              <a:t>по </a:t>
            </a:r>
            <a:r>
              <a:rPr lang="ru-RU" sz="1500" dirty="0">
                <a:solidFill>
                  <a:schemeClr val="lt1"/>
                </a:solidFill>
                <a:latin typeface="Tektur"/>
                <a:ea typeface="Tektur"/>
                <a:cs typeface="Tektur"/>
                <a:sym typeface="Tektur"/>
                <a:hlinkClick r:id="rId3"/>
              </a:rPr>
              <a:t>ссылке</a:t>
            </a:r>
            <a:endParaRPr lang="ru-RU" sz="1500" dirty="0">
              <a:solidFill>
                <a:schemeClr val="lt1"/>
              </a:solidFill>
              <a:latin typeface="Tektur"/>
              <a:ea typeface="Tektur"/>
              <a:cs typeface="Tektur"/>
              <a:sym typeface="Tektur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2D9BE377-98DD-5460-CA9B-AC25EF56B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81375" y="1322075"/>
            <a:ext cx="2381250" cy="23812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80808"/>
      </a:dk1>
      <a:lt1>
        <a:srgbClr val="FBFBFB"/>
      </a:lt1>
      <a:dk2>
        <a:srgbClr val="595959"/>
      </a:dk2>
      <a:lt2>
        <a:srgbClr val="EEEEEE"/>
      </a:lt2>
      <a:accent1>
        <a:srgbClr val="FF0000"/>
      </a:accent1>
      <a:accent2>
        <a:srgbClr val="9900FF"/>
      </a:accent2>
      <a:accent3>
        <a:srgbClr val="EDE9F5"/>
      </a:accent3>
      <a:accent4>
        <a:srgbClr val="B4A7D6"/>
      </a:accent4>
      <a:accent5>
        <a:srgbClr val="D9D2E9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100</Words>
  <Application>Microsoft Office PowerPoint</Application>
  <PresentationFormat>Экран (16:9)</PresentationFormat>
  <Paragraphs>41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5" baseType="lpstr">
      <vt:lpstr>Arial</vt:lpstr>
      <vt:lpstr>Nunito Sans Medium</vt:lpstr>
      <vt:lpstr>Tomorrow Light</vt:lpstr>
      <vt:lpstr>Nunito Sans</vt:lpstr>
      <vt:lpstr>Tomorrow</vt:lpstr>
      <vt:lpstr>Tektur</vt:lpstr>
      <vt:lpstr>Nunito Sans SemiBold</vt:lpstr>
      <vt:lpstr>Nunito Sans ExtraLight</vt:lpstr>
      <vt:lpstr>Nunito Sans Light</vt:lpstr>
      <vt:lpstr>Simple Light</vt:lpstr>
      <vt:lpstr>История создания комикса  “Приключения в Active Directory”</vt:lpstr>
      <vt:lpstr>Сценарист</vt:lpstr>
      <vt:lpstr>_3</vt:lpstr>
      <vt:lpstr>ChatGPT</vt:lpstr>
      <vt:lpstr>Посмотреть результат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создания комикса  “Приключения в Active Directory”</dc:title>
  <cp:lastModifiedBy>Шапкин Игорь Витальевич</cp:lastModifiedBy>
  <cp:revision>13</cp:revision>
  <dcterms:modified xsi:type="dcterms:W3CDTF">2025-12-25T12:03:03Z</dcterms:modified>
</cp:coreProperties>
</file>